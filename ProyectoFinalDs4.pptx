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7"/>
  </p:notesMasterIdLst>
  <p:sldIdLst>
    <p:sldId id="256" r:id="rId2"/>
    <p:sldId id="259" r:id="rId3"/>
    <p:sldId id="260" r:id="rId4"/>
    <p:sldId id="257" r:id="rId5"/>
    <p:sldId id="305" r:id="rId6"/>
  </p:sldIdLst>
  <p:sldSz cx="9144000" cy="5143500" type="screen16x9"/>
  <p:notesSz cx="6858000" cy="9144000"/>
  <p:embeddedFontLst>
    <p:embeddedFont>
      <p:font typeface="Chivo" panose="020B0604020202020204" charset="0"/>
      <p:regular r:id="rId8"/>
      <p:bold r:id="rId9"/>
      <p:italic r:id="rId10"/>
      <p:boldItalic r:id="rId11"/>
    </p:embeddedFont>
    <p:embeddedFont>
      <p:font typeface="Fahkwang" panose="00000500000000000000" pitchFamily="2" charset="-34"/>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ección predeterminada" id="{70B6B8D2-F6AB-4D2D-84F0-ED579562F278}">
          <p14:sldIdLst>
            <p14:sldId id="256"/>
            <p14:sldId id="259"/>
            <p14:sldId id="260"/>
            <p14:sldId id="257"/>
            <p14:sldId id="30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56018D9-1585-43B8-B554-D026FEF11EB9}">
  <a:tblStyle styleId="{E56018D9-1585-43B8-B554-D026FEF11EB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PA" dirty="0"/>
              <a:t>30</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11bc263f502_0_1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5" name="Google Shape;595;g11bc263f502_0_1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11bc263f502_0_26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6" name="Google Shape;636;g11bc263f502_0_26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11bc263f50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11bc263f50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8DE9C74C-DDF2-960C-2D2B-A5C5118A2BFB}"/>
            </a:ext>
          </a:extLst>
        </p:cNvPr>
        <p:cNvGrpSpPr/>
        <p:nvPr/>
      </p:nvGrpSpPr>
      <p:grpSpPr>
        <a:xfrm>
          <a:off x="0" y="0"/>
          <a:ext cx="0" cy="0"/>
          <a:chOff x="0" y="0"/>
          <a:chExt cx="0" cy="0"/>
        </a:xfrm>
      </p:grpSpPr>
      <p:sp>
        <p:nvSpPr>
          <p:cNvPr id="538" name="Google Shape;538;g11bc263f502_0_0:notes">
            <a:extLst>
              <a:ext uri="{FF2B5EF4-FFF2-40B4-BE49-F238E27FC236}">
                <a16:creationId xmlns:a16="http://schemas.microsoft.com/office/drawing/2014/main" id="{2829C92C-B9ED-1F17-B655-570E09B780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11bc263f502_0_0:notes">
            <a:extLst>
              <a:ext uri="{FF2B5EF4-FFF2-40B4-BE49-F238E27FC236}">
                <a16:creationId xmlns:a16="http://schemas.microsoft.com/office/drawing/2014/main" id="{192F0B8A-BF1C-3C84-BA78-B4672DA802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1870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539400" y="543325"/>
            <a:ext cx="8065200" cy="4100400"/>
          </a:xfrm>
          <a:prstGeom prst="plaque">
            <a:avLst>
              <a:gd name="adj" fmla="val 16667"/>
            </a:avLst>
          </a:prstGeom>
          <a:noFill/>
          <a:ln w="28575"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1313700" y="1300675"/>
            <a:ext cx="5743200" cy="2124000"/>
          </a:xfrm>
          <a:prstGeom prst="rect">
            <a:avLst/>
          </a:prstGeom>
        </p:spPr>
        <p:txBody>
          <a:bodyPr spcFirstLastPara="1" wrap="square" lIns="91425" tIns="91425" rIns="91425" bIns="91425" anchor="t" anchorCtr="0">
            <a:noAutofit/>
          </a:bodyPr>
          <a:lstStyle>
            <a:lvl1pPr lvl="0">
              <a:spcBef>
                <a:spcPts val="0"/>
              </a:spcBef>
              <a:spcAft>
                <a:spcPts val="0"/>
              </a:spcAft>
              <a:buSzPts val="5200"/>
              <a:buNone/>
              <a:defRPr sz="4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1313700" y="3424663"/>
            <a:ext cx="5743200" cy="461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80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p:nvPr/>
        </p:nvSpPr>
        <p:spPr>
          <a:xfrm>
            <a:off x="4981575" y="-1088575"/>
            <a:ext cx="2279100" cy="1363800"/>
          </a:xfrm>
          <a:prstGeom prst="roundRect">
            <a:avLst>
              <a:gd name="adj" fmla="val 16667"/>
            </a:avLst>
          </a:prstGeom>
          <a:noFill/>
          <a:ln w="19050" cap="flat" cmpd="sng">
            <a:solidFill>
              <a:schemeClr val="accent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6"/>
          <p:cNvSpPr txBox="1">
            <a:spLocks noGrp="1"/>
          </p:cNvSpPr>
          <p:nvPr>
            <p:ph type="title"/>
          </p:nvPr>
        </p:nvSpPr>
        <p:spPr>
          <a:xfrm>
            <a:off x="713275" y="445025"/>
            <a:ext cx="7717500" cy="7389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57" name="Google Shape;57;p6"/>
          <p:cNvSpPr/>
          <p:nvPr/>
        </p:nvSpPr>
        <p:spPr>
          <a:xfrm>
            <a:off x="-946528" y="-702125"/>
            <a:ext cx="1784400" cy="1784400"/>
          </a:xfrm>
          <a:prstGeom prst="ellipse">
            <a:avLst/>
          </a:prstGeom>
          <a:gradFill>
            <a:gsLst>
              <a:gs pos="0">
                <a:schemeClr val="dk1"/>
              </a:gs>
              <a:gs pos="100000">
                <a:srgbClr val="97ACD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 name="Google Shape;58;p6"/>
          <p:cNvGrpSpPr/>
          <p:nvPr/>
        </p:nvGrpSpPr>
        <p:grpSpPr>
          <a:xfrm>
            <a:off x="8484738" y="4489900"/>
            <a:ext cx="579625" cy="557161"/>
            <a:chOff x="304275" y="275275"/>
            <a:chExt cx="579625" cy="557161"/>
          </a:xfrm>
        </p:grpSpPr>
        <p:sp>
          <p:nvSpPr>
            <p:cNvPr id="59" name="Google Shape;59;p6"/>
            <p:cNvSpPr/>
            <p:nvPr/>
          </p:nvSpPr>
          <p:spPr>
            <a:xfrm>
              <a:off x="304275" y="275275"/>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6"/>
            <p:cNvSpPr/>
            <p:nvPr/>
          </p:nvSpPr>
          <p:spPr>
            <a:xfrm>
              <a:off x="528838" y="275275"/>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6"/>
            <p:cNvSpPr/>
            <p:nvPr/>
          </p:nvSpPr>
          <p:spPr>
            <a:xfrm>
              <a:off x="753400" y="275275"/>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6"/>
            <p:cNvSpPr/>
            <p:nvPr/>
          </p:nvSpPr>
          <p:spPr>
            <a:xfrm>
              <a:off x="304275" y="488611"/>
              <a:ext cx="130500" cy="130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6"/>
            <p:cNvSpPr/>
            <p:nvPr/>
          </p:nvSpPr>
          <p:spPr>
            <a:xfrm>
              <a:off x="528838" y="488611"/>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6"/>
            <p:cNvSpPr/>
            <p:nvPr/>
          </p:nvSpPr>
          <p:spPr>
            <a:xfrm>
              <a:off x="753400" y="488611"/>
              <a:ext cx="130500" cy="130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6"/>
            <p:cNvSpPr/>
            <p:nvPr/>
          </p:nvSpPr>
          <p:spPr>
            <a:xfrm>
              <a:off x="304275" y="701936"/>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528838" y="701936"/>
              <a:ext cx="130500" cy="130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753400" y="701936"/>
              <a:ext cx="130500" cy="130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 name="Google Shape;68;p6"/>
          <p:cNvSpPr/>
          <p:nvPr/>
        </p:nvSpPr>
        <p:spPr>
          <a:xfrm>
            <a:off x="6572250" y="-281925"/>
            <a:ext cx="2279100" cy="557100"/>
          </a:xfrm>
          <a:prstGeom prst="roundRect">
            <a:avLst>
              <a:gd name="adj" fmla="val 39324"/>
            </a:avLst>
          </a:prstGeom>
          <a:noFill/>
          <a:ln w="19050" cap="flat" cmpd="sng">
            <a:solidFill>
              <a:schemeClr val="accent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 name="Google Shape;69;p6"/>
          <p:cNvGrpSpPr/>
          <p:nvPr/>
        </p:nvGrpSpPr>
        <p:grpSpPr>
          <a:xfrm>
            <a:off x="199507" y="4741645"/>
            <a:ext cx="896100" cy="206100"/>
            <a:chOff x="5733519" y="960358"/>
            <a:chExt cx="896100" cy="206100"/>
          </a:xfrm>
        </p:grpSpPr>
        <p:grpSp>
          <p:nvGrpSpPr>
            <p:cNvPr id="70" name="Google Shape;70;p6"/>
            <p:cNvGrpSpPr/>
            <p:nvPr/>
          </p:nvGrpSpPr>
          <p:grpSpPr>
            <a:xfrm>
              <a:off x="5733519" y="960358"/>
              <a:ext cx="210300" cy="206100"/>
              <a:chOff x="5733519" y="960358"/>
              <a:chExt cx="210300" cy="206100"/>
            </a:xfrm>
          </p:grpSpPr>
          <p:cxnSp>
            <p:nvCxnSpPr>
              <p:cNvPr id="71" name="Google Shape;71;p6"/>
              <p:cNvCxnSpPr/>
              <p:nvPr/>
            </p:nvCxnSpPr>
            <p:spPr>
              <a:xfrm>
                <a:off x="5838685" y="960358"/>
                <a:ext cx="0" cy="206100"/>
              </a:xfrm>
              <a:prstGeom prst="straightConnector1">
                <a:avLst/>
              </a:prstGeom>
              <a:noFill/>
              <a:ln w="9525" cap="flat" cmpd="sng">
                <a:solidFill>
                  <a:schemeClr val="accent2"/>
                </a:solidFill>
                <a:prstDash val="solid"/>
                <a:round/>
                <a:headEnd type="none" w="med" len="med"/>
                <a:tailEnd type="none" w="med" len="med"/>
              </a:ln>
            </p:spPr>
          </p:cxnSp>
          <p:cxnSp>
            <p:nvCxnSpPr>
              <p:cNvPr id="72" name="Google Shape;72;p6"/>
              <p:cNvCxnSpPr/>
              <p:nvPr/>
            </p:nvCxnSpPr>
            <p:spPr>
              <a:xfrm>
                <a:off x="5733519" y="1063334"/>
                <a:ext cx="210300" cy="0"/>
              </a:xfrm>
              <a:prstGeom prst="straightConnector1">
                <a:avLst/>
              </a:prstGeom>
              <a:noFill/>
              <a:ln w="9525" cap="flat" cmpd="sng">
                <a:solidFill>
                  <a:schemeClr val="accent2"/>
                </a:solidFill>
                <a:prstDash val="solid"/>
                <a:round/>
                <a:headEnd type="none" w="med" len="med"/>
                <a:tailEnd type="none" w="med" len="med"/>
              </a:ln>
            </p:spPr>
          </p:cxnSp>
        </p:grpSp>
        <p:grpSp>
          <p:nvGrpSpPr>
            <p:cNvPr id="73" name="Google Shape;73;p6"/>
            <p:cNvGrpSpPr/>
            <p:nvPr/>
          </p:nvGrpSpPr>
          <p:grpSpPr>
            <a:xfrm>
              <a:off x="6076419" y="960358"/>
              <a:ext cx="210300" cy="206100"/>
              <a:chOff x="6076419" y="960358"/>
              <a:chExt cx="210300" cy="206100"/>
            </a:xfrm>
          </p:grpSpPr>
          <p:cxnSp>
            <p:nvCxnSpPr>
              <p:cNvPr id="74" name="Google Shape;74;p6"/>
              <p:cNvCxnSpPr/>
              <p:nvPr/>
            </p:nvCxnSpPr>
            <p:spPr>
              <a:xfrm>
                <a:off x="6181585" y="960358"/>
                <a:ext cx="0" cy="206100"/>
              </a:xfrm>
              <a:prstGeom prst="straightConnector1">
                <a:avLst/>
              </a:prstGeom>
              <a:noFill/>
              <a:ln w="9525" cap="flat" cmpd="sng">
                <a:solidFill>
                  <a:schemeClr val="accent2"/>
                </a:solidFill>
                <a:prstDash val="solid"/>
                <a:round/>
                <a:headEnd type="none" w="med" len="med"/>
                <a:tailEnd type="none" w="med" len="med"/>
              </a:ln>
            </p:spPr>
          </p:cxnSp>
          <p:cxnSp>
            <p:nvCxnSpPr>
              <p:cNvPr id="75" name="Google Shape;75;p6"/>
              <p:cNvCxnSpPr/>
              <p:nvPr/>
            </p:nvCxnSpPr>
            <p:spPr>
              <a:xfrm>
                <a:off x="6076419" y="1063334"/>
                <a:ext cx="210300" cy="0"/>
              </a:xfrm>
              <a:prstGeom prst="straightConnector1">
                <a:avLst/>
              </a:prstGeom>
              <a:noFill/>
              <a:ln w="9525" cap="flat" cmpd="sng">
                <a:solidFill>
                  <a:schemeClr val="accent2"/>
                </a:solidFill>
                <a:prstDash val="solid"/>
                <a:round/>
                <a:headEnd type="none" w="med" len="med"/>
                <a:tailEnd type="none" w="med" len="med"/>
              </a:ln>
            </p:spPr>
          </p:cxnSp>
        </p:grpSp>
        <p:grpSp>
          <p:nvGrpSpPr>
            <p:cNvPr id="76" name="Google Shape;76;p6"/>
            <p:cNvGrpSpPr/>
            <p:nvPr/>
          </p:nvGrpSpPr>
          <p:grpSpPr>
            <a:xfrm>
              <a:off x="6419319" y="960358"/>
              <a:ext cx="210300" cy="206100"/>
              <a:chOff x="6419319" y="960358"/>
              <a:chExt cx="210300" cy="206100"/>
            </a:xfrm>
          </p:grpSpPr>
          <p:cxnSp>
            <p:nvCxnSpPr>
              <p:cNvPr id="77" name="Google Shape;77;p6"/>
              <p:cNvCxnSpPr/>
              <p:nvPr/>
            </p:nvCxnSpPr>
            <p:spPr>
              <a:xfrm>
                <a:off x="6524485" y="960358"/>
                <a:ext cx="0" cy="206100"/>
              </a:xfrm>
              <a:prstGeom prst="straightConnector1">
                <a:avLst/>
              </a:prstGeom>
              <a:noFill/>
              <a:ln w="9525" cap="flat" cmpd="sng">
                <a:solidFill>
                  <a:schemeClr val="accent2"/>
                </a:solidFill>
                <a:prstDash val="solid"/>
                <a:round/>
                <a:headEnd type="none" w="med" len="med"/>
                <a:tailEnd type="none" w="med" len="med"/>
              </a:ln>
            </p:spPr>
          </p:cxnSp>
          <p:cxnSp>
            <p:nvCxnSpPr>
              <p:cNvPr id="78" name="Google Shape;78;p6"/>
              <p:cNvCxnSpPr/>
              <p:nvPr/>
            </p:nvCxnSpPr>
            <p:spPr>
              <a:xfrm>
                <a:off x="6419319" y="1063334"/>
                <a:ext cx="210300" cy="0"/>
              </a:xfrm>
              <a:prstGeom prst="straightConnector1">
                <a:avLst/>
              </a:prstGeom>
              <a:noFill/>
              <a:ln w="9525" cap="flat" cmpd="sng">
                <a:solidFill>
                  <a:schemeClr val="accent2"/>
                </a:solidFill>
                <a:prstDash val="solid"/>
                <a:round/>
                <a:headEnd type="none" w="med" len="med"/>
                <a:tailEnd type="none" w="med" len="med"/>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8"/>
          <p:cNvSpPr/>
          <p:nvPr/>
        </p:nvSpPr>
        <p:spPr>
          <a:xfrm>
            <a:off x="539400" y="543325"/>
            <a:ext cx="8065200" cy="4100400"/>
          </a:xfrm>
          <a:prstGeom prst="plaque">
            <a:avLst>
              <a:gd name="adj" fmla="val 16667"/>
            </a:avLst>
          </a:prstGeom>
          <a:noFill/>
          <a:ln w="28575"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txBox="1">
            <a:spLocks noGrp="1"/>
          </p:cNvSpPr>
          <p:nvPr>
            <p:ph type="title"/>
          </p:nvPr>
        </p:nvSpPr>
        <p:spPr>
          <a:xfrm>
            <a:off x="1600300" y="1094100"/>
            <a:ext cx="5943600" cy="2955300"/>
          </a:xfrm>
          <a:prstGeom prst="rect">
            <a:avLst/>
          </a:prstGeom>
        </p:spPr>
        <p:txBody>
          <a:bodyPr spcFirstLastPara="1" wrap="square" lIns="91425" tIns="91425" rIns="91425" bIns="91425" anchor="t"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6"/>
        <p:cNvGrpSpPr/>
        <p:nvPr/>
      </p:nvGrpSpPr>
      <p:grpSpPr>
        <a:xfrm>
          <a:off x="0" y="0"/>
          <a:ext cx="0" cy="0"/>
          <a:chOff x="0" y="0"/>
          <a:chExt cx="0" cy="0"/>
        </a:xfrm>
      </p:grpSpPr>
      <p:sp>
        <p:nvSpPr>
          <p:cNvPr id="87" name="Google Shape;87;p9"/>
          <p:cNvSpPr/>
          <p:nvPr/>
        </p:nvSpPr>
        <p:spPr>
          <a:xfrm>
            <a:off x="539400" y="543325"/>
            <a:ext cx="8065200" cy="4100400"/>
          </a:xfrm>
          <a:prstGeom prst="plaque">
            <a:avLst>
              <a:gd name="adj" fmla="val 16667"/>
            </a:avLst>
          </a:prstGeom>
          <a:noFill/>
          <a:ln w="28575"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9"/>
          <p:cNvSpPr txBox="1">
            <a:spLocks noGrp="1"/>
          </p:cNvSpPr>
          <p:nvPr>
            <p:ph type="title"/>
          </p:nvPr>
        </p:nvSpPr>
        <p:spPr>
          <a:xfrm>
            <a:off x="1551950" y="2243500"/>
            <a:ext cx="6040200" cy="831300"/>
          </a:xfrm>
          <a:prstGeom prst="rect">
            <a:avLst/>
          </a:prstGeom>
        </p:spPr>
        <p:txBody>
          <a:bodyPr spcFirstLastPara="1" wrap="square" lIns="91425" tIns="91425" rIns="91425" bIns="91425" anchor="t"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9" name="Google Shape;89;p9"/>
          <p:cNvSpPr txBox="1">
            <a:spLocks noGrp="1"/>
          </p:cNvSpPr>
          <p:nvPr>
            <p:ph type="subTitle" idx="1"/>
          </p:nvPr>
        </p:nvSpPr>
        <p:spPr>
          <a:xfrm>
            <a:off x="1551950" y="3074800"/>
            <a:ext cx="6040200" cy="1293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1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13"/>
        <p:cNvGrpSpPr/>
        <p:nvPr/>
      </p:nvGrpSpPr>
      <p:grpSpPr>
        <a:xfrm>
          <a:off x="0" y="0"/>
          <a:ext cx="0" cy="0"/>
          <a:chOff x="0" y="0"/>
          <a:chExt cx="0" cy="0"/>
        </a:xfrm>
      </p:grpSpPr>
      <p:sp>
        <p:nvSpPr>
          <p:cNvPr id="114" name="Google Shape;114;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341"/>
        <p:cNvGrpSpPr/>
        <p:nvPr/>
      </p:nvGrpSpPr>
      <p:grpSpPr>
        <a:xfrm>
          <a:off x="0" y="0"/>
          <a:ext cx="0" cy="0"/>
          <a:chOff x="0" y="0"/>
          <a:chExt cx="0" cy="0"/>
        </a:xfrm>
      </p:grpSpPr>
      <p:sp>
        <p:nvSpPr>
          <p:cNvPr id="342" name="Google Shape;342;p28"/>
          <p:cNvSpPr/>
          <p:nvPr/>
        </p:nvSpPr>
        <p:spPr>
          <a:xfrm>
            <a:off x="539400" y="543325"/>
            <a:ext cx="8065200" cy="4100400"/>
          </a:xfrm>
          <a:prstGeom prst="plaque">
            <a:avLst>
              <a:gd name="adj" fmla="val 16667"/>
            </a:avLst>
          </a:prstGeom>
          <a:noFill/>
          <a:ln w="28575"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8_1">
    <p:spTree>
      <p:nvGrpSpPr>
        <p:cNvPr id="1" name="Shape 343"/>
        <p:cNvGrpSpPr/>
        <p:nvPr/>
      </p:nvGrpSpPr>
      <p:grpSpPr>
        <a:xfrm>
          <a:off x="0" y="0"/>
          <a:ext cx="0" cy="0"/>
          <a:chOff x="0" y="0"/>
          <a:chExt cx="0" cy="0"/>
        </a:xfrm>
      </p:grpSpPr>
      <p:sp>
        <p:nvSpPr>
          <p:cNvPr id="344" name="Google Shape;344;p29"/>
          <p:cNvSpPr/>
          <p:nvPr/>
        </p:nvSpPr>
        <p:spPr>
          <a:xfrm>
            <a:off x="-819387" y="3018625"/>
            <a:ext cx="1398600" cy="1969500"/>
          </a:xfrm>
          <a:prstGeom prst="roundRect">
            <a:avLst>
              <a:gd name="adj" fmla="val 21302"/>
            </a:avLst>
          </a:prstGeom>
          <a:noFill/>
          <a:ln w="19050" cap="flat" cmpd="sng">
            <a:solidFill>
              <a:schemeClr val="accent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9"/>
          <p:cNvSpPr/>
          <p:nvPr/>
        </p:nvSpPr>
        <p:spPr>
          <a:xfrm>
            <a:off x="-489549" y="-562000"/>
            <a:ext cx="1546500" cy="1546500"/>
          </a:xfrm>
          <a:prstGeom prst="ellipse">
            <a:avLst/>
          </a:prstGeom>
          <a:gradFill>
            <a:gsLst>
              <a:gs pos="0">
                <a:schemeClr val="dk1"/>
              </a:gs>
              <a:gs pos="100000">
                <a:srgbClr val="97ACD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9"/>
          <p:cNvSpPr/>
          <p:nvPr/>
        </p:nvSpPr>
        <p:spPr>
          <a:xfrm>
            <a:off x="7567351" y="4786125"/>
            <a:ext cx="1546500" cy="1546500"/>
          </a:xfrm>
          <a:prstGeom prst="ellipse">
            <a:avLst/>
          </a:prstGeom>
          <a:gradFill>
            <a:gsLst>
              <a:gs pos="0">
                <a:schemeClr val="dk1"/>
              </a:gs>
              <a:gs pos="100000">
                <a:srgbClr val="97ACD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9"/>
          <p:cNvSpPr/>
          <p:nvPr/>
        </p:nvSpPr>
        <p:spPr>
          <a:xfrm>
            <a:off x="8564788" y="275700"/>
            <a:ext cx="1398600" cy="1969500"/>
          </a:xfrm>
          <a:prstGeom prst="roundRect">
            <a:avLst>
              <a:gd name="adj" fmla="val 21302"/>
            </a:avLst>
          </a:prstGeom>
          <a:noFill/>
          <a:ln w="19050" cap="flat" cmpd="sng">
            <a:solidFill>
              <a:schemeClr val="accent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75" y="445025"/>
            <a:ext cx="7717500" cy="740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600"/>
              <a:buFont typeface="Fahkwang"/>
              <a:buNone/>
              <a:defRPr sz="3600" b="1">
                <a:solidFill>
                  <a:schemeClr val="dk1"/>
                </a:solidFill>
                <a:latin typeface="Fahkwang"/>
                <a:ea typeface="Fahkwang"/>
                <a:cs typeface="Fahkwang"/>
                <a:sym typeface="Fahkwang"/>
              </a:defRPr>
            </a:lvl1pPr>
            <a:lvl2pPr lvl="1">
              <a:spcBef>
                <a:spcPts val="0"/>
              </a:spcBef>
              <a:spcAft>
                <a:spcPts val="0"/>
              </a:spcAft>
              <a:buClr>
                <a:schemeClr val="dk1"/>
              </a:buClr>
              <a:buSzPts val="3600"/>
              <a:buFont typeface="Fahkwang"/>
              <a:buNone/>
              <a:defRPr sz="3600" b="1">
                <a:solidFill>
                  <a:schemeClr val="dk1"/>
                </a:solidFill>
                <a:latin typeface="Fahkwang"/>
                <a:ea typeface="Fahkwang"/>
                <a:cs typeface="Fahkwang"/>
                <a:sym typeface="Fahkwang"/>
              </a:defRPr>
            </a:lvl2pPr>
            <a:lvl3pPr lvl="2">
              <a:spcBef>
                <a:spcPts val="0"/>
              </a:spcBef>
              <a:spcAft>
                <a:spcPts val="0"/>
              </a:spcAft>
              <a:buClr>
                <a:schemeClr val="dk1"/>
              </a:buClr>
              <a:buSzPts val="3600"/>
              <a:buFont typeface="Fahkwang"/>
              <a:buNone/>
              <a:defRPr sz="3600" b="1">
                <a:solidFill>
                  <a:schemeClr val="dk1"/>
                </a:solidFill>
                <a:latin typeface="Fahkwang"/>
                <a:ea typeface="Fahkwang"/>
                <a:cs typeface="Fahkwang"/>
                <a:sym typeface="Fahkwang"/>
              </a:defRPr>
            </a:lvl3pPr>
            <a:lvl4pPr lvl="3">
              <a:spcBef>
                <a:spcPts val="0"/>
              </a:spcBef>
              <a:spcAft>
                <a:spcPts val="0"/>
              </a:spcAft>
              <a:buClr>
                <a:schemeClr val="dk1"/>
              </a:buClr>
              <a:buSzPts val="3600"/>
              <a:buFont typeface="Fahkwang"/>
              <a:buNone/>
              <a:defRPr sz="3600" b="1">
                <a:solidFill>
                  <a:schemeClr val="dk1"/>
                </a:solidFill>
                <a:latin typeface="Fahkwang"/>
                <a:ea typeface="Fahkwang"/>
                <a:cs typeface="Fahkwang"/>
                <a:sym typeface="Fahkwang"/>
              </a:defRPr>
            </a:lvl4pPr>
            <a:lvl5pPr lvl="4">
              <a:spcBef>
                <a:spcPts val="0"/>
              </a:spcBef>
              <a:spcAft>
                <a:spcPts val="0"/>
              </a:spcAft>
              <a:buClr>
                <a:schemeClr val="dk1"/>
              </a:buClr>
              <a:buSzPts val="3600"/>
              <a:buFont typeface="Fahkwang"/>
              <a:buNone/>
              <a:defRPr sz="3600" b="1">
                <a:solidFill>
                  <a:schemeClr val="dk1"/>
                </a:solidFill>
                <a:latin typeface="Fahkwang"/>
                <a:ea typeface="Fahkwang"/>
                <a:cs typeface="Fahkwang"/>
                <a:sym typeface="Fahkwang"/>
              </a:defRPr>
            </a:lvl5pPr>
            <a:lvl6pPr lvl="5">
              <a:spcBef>
                <a:spcPts val="0"/>
              </a:spcBef>
              <a:spcAft>
                <a:spcPts val="0"/>
              </a:spcAft>
              <a:buClr>
                <a:schemeClr val="dk1"/>
              </a:buClr>
              <a:buSzPts val="3600"/>
              <a:buFont typeface="Fahkwang"/>
              <a:buNone/>
              <a:defRPr sz="3600" b="1">
                <a:solidFill>
                  <a:schemeClr val="dk1"/>
                </a:solidFill>
                <a:latin typeface="Fahkwang"/>
                <a:ea typeface="Fahkwang"/>
                <a:cs typeface="Fahkwang"/>
                <a:sym typeface="Fahkwang"/>
              </a:defRPr>
            </a:lvl6pPr>
            <a:lvl7pPr lvl="6">
              <a:spcBef>
                <a:spcPts val="0"/>
              </a:spcBef>
              <a:spcAft>
                <a:spcPts val="0"/>
              </a:spcAft>
              <a:buClr>
                <a:schemeClr val="dk1"/>
              </a:buClr>
              <a:buSzPts val="3600"/>
              <a:buFont typeface="Fahkwang"/>
              <a:buNone/>
              <a:defRPr sz="3600" b="1">
                <a:solidFill>
                  <a:schemeClr val="dk1"/>
                </a:solidFill>
                <a:latin typeface="Fahkwang"/>
                <a:ea typeface="Fahkwang"/>
                <a:cs typeface="Fahkwang"/>
                <a:sym typeface="Fahkwang"/>
              </a:defRPr>
            </a:lvl7pPr>
            <a:lvl8pPr lvl="7">
              <a:spcBef>
                <a:spcPts val="0"/>
              </a:spcBef>
              <a:spcAft>
                <a:spcPts val="0"/>
              </a:spcAft>
              <a:buClr>
                <a:schemeClr val="dk1"/>
              </a:buClr>
              <a:buSzPts val="3600"/>
              <a:buFont typeface="Fahkwang"/>
              <a:buNone/>
              <a:defRPr sz="3600" b="1">
                <a:solidFill>
                  <a:schemeClr val="dk1"/>
                </a:solidFill>
                <a:latin typeface="Fahkwang"/>
                <a:ea typeface="Fahkwang"/>
                <a:cs typeface="Fahkwang"/>
                <a:sym typeface="Fahkwang"/>
              </a:defRPr>
            </a:lvl8pPr>
            <a:lvl9pPr lvl="8">
              <a:spcBef>
                <a:spcPts val="0"/>
              </a:spcBef>
              <a:spcAft>
                <a:spcPts val="0"/>
              </a:spcAft>
              <a:buClr>
                <a:schemeClr val="dk1"/>
              </a:buClr>
              <a:buSzPts val="3600"/>
              <a:buFont typeface="Fahkwang"/>
              <a:buNone/>
              <a:defRPr sz="3600" b="1">
                <a:solidFill>
                  <a:schemeClr val="dk1"/>
                </a:solidFill>
                <a:latin typeface="Fahkwang"/>
                <a:ea typeface="Fahkwang"/>
                <a:cs typeface="Fahkwang"/>
                <a:sym typeface="Fahkwang"/>
              </a:defRPr>
            </a:lvl9pPr>
          </a:lstStyle>
          <a:p>
            <a:endParaRPr/>
          </a:p>
        </p:txBody>
      </p:sp>
      <p:sp>
        <p:nvSpPr>
          <p:cNvPr id="7" name="Google Shape;7;p1"/>
          <p:cNvSpPr txBox="1">
            <a:spLocks noGrp="1"/>
          </p:cNvSpPr>
          <p:nvPr>
            <p:ph type="body" idx="1"/>
          </p:nvPr>
        </p:nvSpPr>
        <p:spPr>
          <a:xfrm>
            <a:off x="71327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Chivo"/>
              <a:buChar char="●"/>
              <a:defRPr>
                <a:solidFill>
                  <a:schemeClr val="accent2"/>
                </a:solidFill>
                <a:latin typeface="Chivo"/>
                <a:ea typeface="Chivo"/>
                <a:cs typeface="Chivo"/>
                <a:sym typeface="Chivo"/>
              </a:defRPr>
            </a:lvl1pPr>
            <a:lvl2pPr marL="914400" lvl="1" indent="-317500">
              <a:lnSpc>
                <a:spcPct val="100000"/>
              </a:lnSpc>
              <a:spcBef>
                <a:spcPts val="0"/>
              </a:spcBef>
              <a:spcAft>
                <a:spcPts val="0"/>
              </a:spcAft>
              <a:buClr>
                <a:schemeClr val="dk1"/>
              </a:buClr>
              <a:buSzPts val="1400"/>
              <a:buFont typeface="Chivo"/>
              <a:buChar char="○"/>
              <a:defRPr>
                <a:solidFill>
                  <a:schemeClr val="accent2"/>
                </a:solidFill>
                <a:latin typeface="Chivo"/>
                <a:ea typeface="Chivo"/>
                <a:cs typeface="Chivo"/>
                <a:sym typeface="Chivo"/>
              </a:defRPr>
            </a:lvl2pPr>
            <a:lvl3pPr marL="1371600" lvl="2" indent="-317500">
              <a:lnSpc>
                <a:spcPct val="100000"/>
              </a:lnSpc>
              <a:spcBef>
                <a:spcPts val="0"/>
              </a:spcBef>
              <a:spcAft>
                <a:spcPts val="0"/>
              </a:spcAft>
              <a:buClr>
                <a:schemeClr val="dk1"/>
              </a:buClr>
              <a:buSzPts val="1400"/>
              <a:buFont typeface="Chivo"/>
              <a:buChar char="■"/>
              <a:defRPr>
                <a:solidFill>
                  <a:schemeClr val="accent2"/>
                </a:solidFill>
                <a:latin typeface="Chivo"/>
                <a:ea typeface="Chivo"/>
                <a:cs typeface="Chivo"/>
                <a:sym typeface="Chivo"/>
              </a:defRPr>
            </a:lvl3pPr>
            <a:lvl4pPr marL="1828800" lvl="3" indent="-317500">
              <a:lnSpc>
                <a:spcPct val="100000"/>
              </a:lnSpc>
              <a:spcBef>
                <a:spcPts val="0"/>
              </a:spcBef>
              <a:spcAft>
                <a:spcPts val="0"/>
              </a:spcAft>
              <a:buClr>
                <a:schemeClr val="dk1"/>
              </a:buClr>
              <a:buSzPts val="1400"/>
              <a:buFont typeface="Chivo"/>
              <a:buChar char="●"/>
              <a:defRPr>
                <a:solidFill>
                  <a:schemeClr val="accent2"/>
                </a:solidFill>
                <a:latin typeface="Chivo"/>
                <a:ea typeface="Chivo"/>
                <a:cs typeface="Chivo"/>
                <a:sym typeface="Chivo"/>
              </a:defRPr>
            </a:lvl4pPr>
            <a:lvl5pPr marL="2286000" lvl="4" indent="-317500">
              <a:lnSpc>
                <a:spcPct val="100000"/>
              </a:lnSpc>
              <a:spcBef>
                <a:spcPts val="0"/>
              </a:spcBef>
              <a:spcAft>
                <a:spcPts val="0"/>
              </a:spcAft>
              <a:buClr>
                <a:schemeClr val="dk1"/>
              </a:buClr>
              <a:buSzPts val="1400"/>
              <a:buFont typeface="Chivo"/>
              <a:buChar char="○"/>
              <a:defRPr>
                <a:solidFill>
                  <a:schemeClr val="accent2"/>
                </a:solidFill>
                <a:latin typeface="Chivo"/>
                <a:ea typeface="Chivo"/>
                <a:cs typeface="Chivo"/>
                <a:sym typeface="Chivo"/>
              </a:defRPr>
            </a:lvl5pPr>
            <a:lvl6pPr marL="2743200" lvl="5" indent="-317500">
              <a:lnSpc>
                <a:spcPct val="100000"/>
              </a:lnSpc>
              <a:spcBef>
                <a:spcPts val="0"/>
              </a:spcBef>
              <a:spcAft>
                <a:spcPts val="0"/>
              </a:spcAft>
              <a:buClr>
                <a:schemeClr val="dk1"/>
              </a:buClr>
              <a:buSzPts val="1400"/>
              <a:buFont typeface="Chivo"/>
              <a:buChar char="■"/>
              <a:defRPr>
                <a:solidFill>
                  <a:schemeClr val="accent2"/>
                </a:solidFill>
                <a:latin typeface="Chivo"/>
                <a:ea typeface="Chivo"/>
                <a:cs typeface="Chivo"/>
                <a:sym typeface="Chivo"/>
              </a:defRPr>
            </a:lvl6pPr>
            <a:lvl7pPr marL="3200400" lvl="6" indent="-317500">
              <a:lnSpc>
                <a:spcPct val="100000"/>
              </a:lnSpc>
              <a:spcBef>
                <a:spcPts val="0"/>
              </a:spcBef>
              <a:spcAft>
                <a:spcPts val="0"/>
              </a:spcAft>
              <a:buClr>
                <a:schemeClr val="dk1"/>
              </a:buClr>
              <a:buSzPts val="1400"/>
              <a:buFont typeface="Chivo"/>
              <a:buChar char="●"/>
              <a:defRPr>
                <a:solidFill>
                  <a:schemeClr val="accent2"/>
                </a:solidFill>
                <a:latin typeface="Chivo"/>
                <a:ea typeface="Chivo"/>
                <a:cs typeface="Chivo"/>
                <a:sym typeface="Chivo"/>
              </a:defRPr>
            </a:lvl7pPr>
            <a:lvl8pPr marL="3657600" lvl="7" indent="-317500">
              <a:lnSpc>
                <a:spcPct val="100000"/>
              </a:lnSpc>
              <a:spcBef>
                <a:spcPts val="0"/>
              </a:spcBef>
              <a:spcAft>
                <a:spcPts val="0"/>
              </a:spcAft>
              <a:buClr>
                <a:schemeClr val="dk1"/>
              </a:buClr>
              <a:buSzPts val="1400"/>
              <a:buFont typeface="Chivo"/>
              <a:buChar char="○"/>
              <a:defRPr>
                <a:solidFill>
                  <a:schemeClr val="accent2"/>
                </a:solidFill>
                <a:latin typeface="Chivo"/>
                <a:ea typeface="Chivo"/>
                <a:cs typeface="Chivo"/>
                <a:sym typeface="Chivo"/>
              </a:defRPr>
            </a:lvl8pPr>
            <a:lvl9pPr marL="4114800" lvl="8" indent="-317500">
              <a:lnSpc>
                <a:spcPct val="100000"/>
              </a:lnSpc>
              <a:spcBef>
                <a:spcPts val="0"/>
              </a:spcBef>
              <a:spcAft>
                <a:spcPts val="0"/>
              </a:spcAft>
              <a:buClr>
                <a:schemeClr val="dk1"/>
              </a:buClr>
              <a:buSzPts val="1400"/>
              <a:buFont typeface="Chivo"/>
              <a:buChar char="■"/>
              <a:defRPr>
                <a:solidFill>
                  <a:schemeClr val="accent2"/>
                </a:solidFill>
                <a:latin typeface="Chivo"/>
                <a:ea typeface="Chivo"/>
                <a:cs typeface="Chivo"/>
                <a:sym typeface="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4" r:id="rId3"/>
    <p:sldLayoutId id="2147483655" r:id="rId4"/>
    <p:sldLayoutId id="2147483658" r:id="rId5"/>
    <p:sldLayoutId id="2147483674" r:id="rId6"/>
    <p:sldLayoutId id="2147483675"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33"/>
          <p:cNvSpPr/>
          <p:nvPr/>
        </p:nvSpPr>
        <p:spPr>
          <a:xfrm>
            <a:off x="5781675" y="4210050"/>
            <a:ext cx="3683700" cy="1476300"/>
          </a:xfrm>
          <a:prstGeom prst="roundRect">
            <a:avLst>
              <a:gd name="adj" fmla="val 16667"/>
            </a:avLst>
          </a:prstGeom>
          <a:noFill/>
          <a:ln w="19050" cap="flat" cmpd="sng">
            <a:solidFill>
              <a:schemeClr val="accent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3"/>
          <p:cNvSpPr txBox="1">
            <a:spLocks noGrp="1"/>
          </p:cNvSpPr>
          <p:nvPr>
            <p:ph type="ctrTitle"/>
          </p:nvPr>
        </p:nvSpPr>
        <p:spPr>
          <a:xfrm>
            <a:off x="1313700" y="1300675"/>
            <a:ext cx="5743200" cy="212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Proyecto Final ds4</a:t>
            </a:r>
            <a:br>
              <a:rPr lang="en" dirty="0"/>
            </a:br>
            <a:br>
              <a:rPr lang="en" dirty="0"/>
            </a:br>
            <a:r>
              <a:rPr lang="en" dirty="0"/>
              <a:t>SmartSeguros</a:t>
            </a:r>
            <a:endParaRPr dirty="0"/>
          </a:p>
        </p:txBody>
      </p:sp>
      <p:sp>
        <p:nvSpPr>
          <p:cNvPr id="360" name="Google Shape;360;p33"/>
          <p:cNvSpPr txBox="1">
            <a:spLocks noGrp="1"/>
          </p:cNvSpPr>
          <p:nvPr>
            <p:ph type="subTitle" idx="1"/>
          </p:nvPr>
        </p:nvSpPr>
        <p:spPr>
          <a:xfrm>
            <a:off x="1313700" y="3424663"/>
            <a:ext cx="5743200" cy="46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Presentado por: Alexander Castroverde </a:t>
            </a:r>
            <a:endParaRPr dirty="0"/>
          </a:p>
        </p:txBody>
      </p:sp>
      <p:grpSp>
        <p:nvGrpSpPr>
          <p:cNvPr id="361" name="Google Shape;361;p33"/>
          <p:cNvGrpSpPr/>
          <p:nvPr/>
        </p:nvGrpSpPr>
        <p:grpSpPr>
          <a:xfrm>
            <a:off x="304275" y="275275"/>
            <a:ext cx="579625" cy="557161"/>
            <a:chOff x="304275" y="275275"/>
            <a:chExt cx="579625" cy="557161"/>
          </a:xfrm>
        </p:grpSpPr>
        <p:sp>
          <p:nvSpPr>
            <p:cNvPr id="362" name="Google Shape;362;p33"/>
            <p:cNvSpPr/>
            <p:nvPr/>
          </p:nvSpPr>
          <p:spPr>
            <a:xfrm>
              <a:off x="304275" y="275275"/>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3"/>
            <p:cNvSpPr/>
            <p:nvPr/>
          </p:nvSpPr>
          <p:spPr>
            <a:xfrm>
              <a:off x="528838" y="275275"/>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3"/>
            <p:cNvSpPr/>
            <p:nvPr/>
          </p:nvSpPr>
          <p:spPr>
            <a:xfrm>
              <a:off x="753400" y="275275"/>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3"/>
            <p:cNvSpPr/>
            <p:nvPr/>
          </p:nvSpPr>
          <p:spPr>
            <a:xfrm>
              <a:off x="304275" y="488611"/>
              <a:ext cx="130500" cy="130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3"/>
            <p:cNvSpPr/>
            <p:nvPr/>
          </p:nvSpPr>
          <p:spPr>
            <a:xfrm>
              <a:off x="528838" y="488611"/>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3"/>
            <p:cNvSpPr/>
            <p:nvPr/>
          </p:nvSpPr>
          <p:spPr>
            <a:xfrm>
              <a:off x="753400" y="488611"/>
              <a:ext cx="130500" cy="130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3"/>
            <p:cNvSpPr/>
            <p:nvPr/>
          </p:nvSpPr>
          <p:spPr>
            <a:xfrm>
              <a:off x="304275" y="701936"/>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3"/>
            <p:cNvSpPr/>
            <p:nvPr/>
          </p:nvSpPr>
          <p:spPr>
            <a:xfrm>
              <a:off x="528838" y="701936"/>
              <a:ext cx="130500" cy="130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3"/>
            <p:cNvSpPr/>
            <p:nvPr/>
          </p:nvSpPr>
          <p:spPr>
            <a:xfrm>
              <a:off x="753400" y="701936"/>
              <a:ext cx="130500" cy="130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1" name="Google Shape;371;p33"/>
          <p:cNvGrpSpPr/>
          <p:nvPr/>
        </p:nvGrpSpPr>
        <p:grpSpPr>
          <a:xfrm>
            <a:off x="6440183" y="3446423"/>
            <a:ext cx="1354679" cy="2315347"/>
            <a:chOff x="1657875" y="610513"/>
            <a:chExt cx="478027" cy="817018"/>
          </a:xfrm>
        </p:grpSpPr>
        <p:sp>
          <p:nvSpPr>
            <p:cNvPr id="372" name="Google Shape;372;p33"/>
            <p:cNvSpPr/>
            <p:nvPr/>
          </p:nvSpPr>
          <p:spPr>
            <a:xfrm>
              <a:off x="1660914" y="1206960"/>
              <a:ext cx="471565" cy="220571"/>
            </a:xfrm>
            <a:custGeom>
              <a:avLst/>
              <a:gdLst/>
              <a:ahLst/>
              <a:cxnLst/>
              <a:rect l="l" t="t" r="r" b="b"/>
              <a:pathLst>
                <a:path w="14741" h="6895" extrusionOk="0">
                  <a:moveTo>
                    <a:pt x="14740" y="1"/>
                  </a:moveTo>
                  <a:lnTo>
                    <a:pt x="14740" y="4"/>
                  </a:lnTo>
                  <a:lnTo>
                    <a:pt x="14740" y="4"/>
                  </a:lnTo>
                  <a:cubicBezTo>
                    <a:pt x="14740" y="3"/>
                    <a:pt x="14740" y="2"/>
                    <a:pt x="14740" y="1"/>
                  </a:cubicBezTo>
                  <a:close/>
                  <a:moveTo>
                    <a:pt x="12" y="1"/>
                  </a:moveTo>
                  <a:lnTo>
                    <a:pt x="0" y="2620"/>
                  </a:lnTo>
                  <a:cubicBezTo>
                    <a:pt x="0" y="2775"/>
                    <a:pt x="96" y="2930"/>
                    <a:pt x="310" y="3049"/>
                  </a:cubicBezTo>
                  <a:lnTo>
                    <a:pt x="6656" y="6716"/>
                  </a:lnTo>
                  <a:cubicBezTo>
                    <a:pt x="6858" y="6835"/>
                    <a:pt x="7123" y="6894"/>
                    <a:pt x="7388" y="6894"/>
                  </a:cubicBezTo>
                  <a:cubicBezTo>
                    <a:pt x="7653" y="6894"/>
                    <a:pt x="7918" y="6835"/>
                    <a:pt x="8120" y="6716"/>
                  </a:cubicBezTo>
                  <a:lnTo>
                    <a:pt x="14431" y="3049"/>
                  </a:lnTo>
                  <a:cubicBezTo>
                    <a:pt x="14633" y="2941"/>
                    <a:pt x="14728" y="2787"/>
                    <a:pt x="14728" y="2632"/>
                  </a:cubicBezTo>
                  <a:lnTo>
                    <a:pt x="14740" y="4"/>
                  </a:lnTo>
                  <a:lnTo>
                    <a:pt x="14740" y="4"/>
                  </a:lnTo>
                  <a:cubicBezTo>
                    <a:pt x="14739" y="158"/>
                    <a:pt x="14643" y="311"/>
                    <a:pt x="14443" y="429"/>
                  </a:cubicBezTo>
                  <a:lnTo>
                    <a:pt x="8132" y="4096"/>
                  </a:lnTo>
                  <a:cubicBezTo>
                    <a:pt x="7930" y="4209"/>
                    <a:pt x="7665" y="4266"/>
                    <a:pt x="7400" y="4266"/>
                  </a:cubicBezTo>
                  <a:cubicBezTo>
                    <a:pt x="7135" y="4266"/>
                    <a:pt x="6870" y="4209"/>
                    <a:pt x="6668" y="4096"/>
                  </a:cubicBezTo>
                  <a:lnTo>
                    <a:pt x="322" y="429"/>
                  </a:lnTo>
                  <a:cubicBezTo>
                    <a:pt x="107" y="310"/>
                    <a:pt x="12" y="155"/>
                    <a:pt x="12" y="1"/>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3"/>
            <p:cNvSpPr/>
            <p:nvPr/>
          </p:nvSpPr>
          <p:spPr>
            <a:xfrm>
              <a:off x="1657875" y="1070620"/>
              <a:ext cx="478027" cy="272843"/>
            </a:xfrm>
            <a:custGeom>
              <a:avLst/>
              <a:gdLst/>
              <a:ahLst/>
              <a:cxnLst/>
              <a:rect l="l" t="t" r="r" b="b"/>
              <a:pathLst>
                <a:path w="14943" h="8529" extrusionOk="0">
                  <a:moveTo>
                    <a:pt x="7447" y="0"/>
                  </a:moveTo>
                  <a:cubicBezTo>
                    <a:pt x="7182" y="0"/>
                    <a:pt x="6918" y="60"/>
                    <a:pt x="6715" y="179"/>
                  </a:cubicBezTo>
                  <a:lnTo>
                    <a:pt x="405" y="3834"/>
                  </a:lnTo>
                  <a:cubicBezTo>
                    <a:pt x="0" y="4072"/>
                    <a:pt x="0" y="4453"/>
                    <a:pt x="417" y="4691"/>
                  </a:cubicBezTo>
                  <a:lnTo>
                    <a:pt x="6763" y="8358"/>
                  </a:lnTo>
                  <a:cubicBezTo>
                    <a:pt x="6965" y="8471"/>
                    <a:pt x="7230" y="8528"/>
                    <a:pt x="7495" y="8528"/>
                  </a:cubicBezTo>
                  <a:cubicBezTo>
                    <a:pt x="7760" y="8528"/>
                    <a:pt x="8025" y="8471"/>
                    <a:pt x="8227" y="8358"/>
                  </a:cubicBezTo>
                  <a:lnTo>
                    <a:pt x="14538" y="4691"/>
                  </a:lnTo>
                  <a:cubicBezTo>
                    <a:pt x="14942" y="4453"/>
                    <a:pt x="14942" y="4072"/>
                    <a:pt x="14526" y="3834"/>
                  </a:cubicBezTo>
                  <a:lnTo>
                    <a:pt x="8180" y="179"/>
                  </a:lnTo>
                  <a:cubicBezTo>
                    <a:pt x="7977" y="60"/>
                    <a:pt x="7712" y="0"/>
                    <a:pt x="7447" y="0"/>
                  </a:cubicBezTo>
                  <a:close/>
                </a:path>
              </a:pathLst>
            </a:custGeom>
            <a:gradFill>
              <a:gsLst>
                <a:gs pos="0">
                  <a:schemeClr val="dk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3"/>
            <p:cNvSpPr/>
            <p:nvPr/>
          </p:nvSpPr>
          <p:spPr>
            <a:xfrm>
              <a:off x="1941239" y="1347458"/>
              <a:ext cx="14875" cy="19322"/>
            </a:xfrm>
            <a:custGeom>
              <a:avLst/>
              <a:gdLst/>
              <a:ahLst/>
              <a:cxnLst/>
              <a:rect l="l" t="t" r="r" b="b"/>
              <a:pathLst>
                <a:path w="465" h="604" extrusionOk="0">
                  <a:moveTo>
                    <a:pt x="338" y="0"/>
                  </a:moveTo>
                  <a:cubicBezTo>
                    <a:pt x="305" y="0"/>
                    <a:pt x="267" y="12"/>
                    <a:pt x="227" y="38"/>
                  </a:cubicBezTo>
                  <a:cubicBezTo>
                    <a:pt x="96" y="109"/>
                    <a:pt x="0" y="288"/>
                    <a:pt x="0" y="443"/>
                  </a:cubicBezTo>
                  <a:cubicBezTo>
                    <a:pt x="0" y="544"/>
                    <a:pt x="49" y="604"/>
                    <a:pt x="124" y="604"/>
                  </a:cubicBezTo>
                  <a:cubicBezTo>
                    <a:pt x="154" y="604"/>
                    <a:pt x="189" y="594"/>
                    <a:pt x="227" y="574"/>
                  </a:cubicBezTo>
                  <a:cubicBezTo>
                    <a:pt x="357" y="502"/>
                    <a:pt x="465" y="323"/>
                    <a:pt x="465" y="169"/>
                  </a:cubicBezTo>
                  <a:cubicBezTo>
                    <a:pt x="465" y="62"/>
                    <a:pt x="413" y="0"/>
                    <a:pt x="3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3"/>
            <p:cNvSpPr/>
            <p:nvPr/>
          </p:nvSpPr>
          <p:spPr>
            <a:xfrm>
              <a:off x="1985417" y="1324841"/>
              <a:ext cx="14875" cy="19482"/>
            </a:xfrm>
            <a:custGeom>
              <a:avLst/>
              <a:gdLst/>
              <a:ahLst/>
              <a:cxnLst/>
              <a:rect l="l" t="t" r="r" b="b"/>
              <a:pathLst>
                <a:path w="465" h="609" extrusionOk="0">
                  <a:moveTo>
                    <a:pt x="340" y="0"/>
                  </a:moveTo>
                  <a:cubicBezTo>
                    <a:pt x="310" y="0"/>
                    <a:pt x="276" y="10"/>
                    <a:pt x="239" y="30"/>
                  </a:cubicBezTo>
                  <a:cubicBezTo>
                    <a:pt x="108" y="114"/>
                    <a:pt x="0" y="292"/>
                    <a:pt x="0" y="447"/>
                  </a:cubicBezTo>
                  <a:cubicBezTo>
                    <a:pt x="0" y="549"/>
                    <a:pt x="55" y="608"/>
                    <a:pt x="133" y="608"/>
                  </a:cubicBezTo>
                  <a:cubicBezTo>
                    <a:pt x="165" y="608"/>
                    <a:pt x="201" y="599"/>
                    <a:pt x="239" y="578"/>
                  </a:cubicBezTo>
                  <a:cubicBezTo>
                    <a:pt x="370" y="507"/>
                    <a:pt x="465" y="316"/>
                    <a:pt x="465" y="173"/>
                  </a:cubicBezTo>
                  <a:cubicBezTo>
                    <a:pt x="465" y="62"/>
                    <a:pt x="416" y="0"/>
                    <a:pt x="34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3"/>
            <p:cNvSpPr/>
            <p:nvPr/>
          </p:nvSpPr>
          <p:spPr>
            <a:xfrm>
              <a:off x="2028827" y="1302321"/>
              <a:ext cx="16795" cy="19354"/>
            </a:xfrm>
            <a:custGeom>
              <a:avLst/>
              <a:gdLst/>
              <a:ahLst/>
              <a:cxnLst/>
              <a:rect l="l" t="t" r="r" b="b"/>
              <a:pathLst>
                <a:path w="525" h="605" extrusionOk="0">
                  <a:moveTo>
                    <a:pt x="361" y="1"/>
                  </a:moveTo>
                  <a:cubicBezTo>
                    <a:pt x="274" y="1"/>
                    <a:pt x="170" y="80"/>
                    <a:pt x="96" y="210"/>
                  </a:cubicBezTo>
                  <a:cubicBezTo>
                    <a:pt x="1" y="365"/>
                    <a:pt x="1" y="532"/>
                    <a:pt x="96" y="591"/>
                  </a:cubicBezTo>
                  <a:cubicBezTo>
                    <a:pt x="114" y="601"/>
                    <a:pt x="134" y="605"/>
                    <a:pt x="155" y="605"/>
                  </a:cubicBezTo>
                  <a:cubicBezTo>
                    <a:pt x="244" y="605"/>
                    <a:pt x="352" y="526"/>
                    <a:pt x="429" y="401"/>
                  </a:cubicBezTo>
                  <a:cubicBezTo>
                    <a:pt x="525" y="246"/>
                    <a:pt x="525" y="68"/>
                    <a:pt x="429" y="20"/>
                  </a:cubicBezTo>
                  <a:cubicBezTo>
                    <a:pt x="409" y="7"/>
                    <a:pt x="385" y="1"/>
                    <a:pt x="3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3"/>
            <p:cNvSpPr/>
            <p:nvPr/>
          </p:nvSpPr>
          <p:spPr>
            <a:xfrm>
              <a:off x="2074156" y="1279896"/>
              <a:ext cx="14875" cy="19098"/>
            </a:xfrm>
            <a:custGeom>
              <a:avLst/>
              <a:gdLst/>
              <a:ahLst/>
              <a:cxnLst/>
              <a:rect l="l" t="t" r="r" b="b"/>
              <a:pathLst>
                <a:path w="465" h="597" extrusionOk="0">
                  <a:moveTo>
                    <a:pt x="332" y="0"/>
                  </a:moveTo>
                  <a:cubicBezTo>
                    <a:pt x="300" y="0"/>
                    <a:pt x="264" y="10"/>
                    <a:pt x="227" y="30"/>
                  </a:cubicBezTo>
                  <a:cubicBezTo>
                    <a:pt x="96" y="102"/>
                    <a:pt x="1" y="280"/>
                    <a:pt x="1" y="435"/>
                  </a:cubicBezTo>
                  <a:cubicBezTo>
                    <a:pt x="1" y="537"/>
                    <a:pt x="49" y="596"/>
                    <a:pt x="124" y="596"/>
                  </a:cubicBezTo>
                  <a:cubicBezTo>
                    <a:pt x="154" y="596"/>
                    <a:pt x="189" y="587"/>
                    <a:pt x="227" y="566"/>
                  </a:cubicBezTo>
                  <a:cubicBezTo>
                    <a:pt x="358" y="495"/>
                    <a:pt x="465" y="316"/>
                    <a:pt x="465" y="161"/>
                  </a:cubicBezTo>
                  <a:cubicBezTo>
                    <a:pt x="465" y="60"/>
                    <a:pt x="411" y="0"/>
                    <a:pt x="3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3"/>
            <p:cNvSpPr/>
            <p:nvPr/>
          </p:nvSpPr>
          <p:spPr>
            <a:xfrm>
              <a:off x="1689097" y="1161630"/>
              <a:ext cx="414814" cy="140116"/>
            </a:xfrm>
            <a:custGeom>
              <a:avLst/>
              <a:gdLst/>
              <a:ahLst/>
              <a:cxnLst/>
              <a:rect l="l" t="t" r="r" b="b"/>
              <a:pathLst>
                <a:path w="12967" h="4380" extrusionOk="0">
                  <a:moveTo>
                    <a:pt x="12" y="1"/>
                  </a:moveTo>
                  <a:lnTo>
                    <a:pt x="0" y="632"/>
                  </a:lnTo>
                  <a:cubicBezTo>
                    <a:pt x="0" y="763"/>
                    <a:pt x="96" y="906"/>
                    <a:pt x="274" y="1001"/>
                  </a:cubicBezTo>
                  <a:lnTo>
                    <a:pt x="5858" y="4227"/>
                  </a:lnTo>
                  <a:cubicBezTo>
                    <a:pt x="6037" y="4329"/>
                    <a:pt x="6272" y="4379"/>
                    <a:pt x="6507" y="4379"/>
                  </a:cubicBezTo>
                  <a:cubicBezTo>
                    <a:pt x="6742" y="4379"/>
                    <a:pt x="6977" y="4329"/>
                    <a:pt x="7156" y="4227"/>
                  </a:cubicBezTo>
                  <a:lnTo>
                    <a:pt x="12692" y="1001"/>
                  </a:lnTo>
                  <a:cubicBezTo>
                    <a:pt x="12871" y="906"/>
                    <a:pt x="12966" y="775"/>
                    <a:pt x="12966" y="632"/>
                  </a:cubicBezTo>
                  <a:lnTo>
                    <a:pt x="12966" y="13"/>
                  </a:lnTo>
                  <a:cubicBezTo>
                    <a:pt x="12966" y="144"/>
                    <a:pt x="12883" y="275"/>
                    <a:pt x="12704" y="382"/>
                  </a:cubicBezTo>
                  <a:lnTo>
                    <a:pt x="7156" y="3608"/>
                  </a:lnTo>
                  <a:cubicBezTo>
                    <a:pt x="6983" y="3710"/>
                    <a:pt x="6751" y="3760"/>
                    <a:pt x="6518" y="3760"/>
                  </a:cubicBezTo>
                  <a:cubicBezTo>
                    <a:pt x="6284" y="3760"/>
                    <a:pt x="6049" y="3710"/>
                    <a:pt x="5870" y="3608"/>
                  </a:cubicBezTo>
                  <a:lnTo>
                    <a:pt x="286" y="382"/>
                  </a:lnTo>
                  <a:cubicBezTo>
                    <a:pt x="108" y="275"/>
                    <a:pt x="12" y="144"/>
                    <a:pt x="12" y="1"/>
                  </a:cubicBez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3"/>
            <p:cNvSpPr/>
            <p:nvPr/>
          </p:nvSpPr>
          <p:spPr>
            <a:xfrm>
              <a:off x="1686793" y="1041765"/>
              <a:ext cx="420157" cy="240181"/>
            </a:xfrm>
            <a:custGeom>
              <a:avLst/>
              <a:gdLst/>
              <a:ahLst/>
              <a:cxnLst/>
              <a:rect l="l" t="t" r="r" b="b"/>
              <a:pathLst>
                <a:path w="13134" h="7508" extrusionOk="0">
                  <a:moveTo>
                    <a:pt x="6543" y="0"/>
                  </a:moveTo>
                  <a:cubicBezTo>
                    <a:pt x="6308" y="0"/>
                    <a:pt x="6073" y="51"/>
                    <a:pt x="5895" y="152"/>
                  </a:cubicBezTo>
                  <a:lnTo>
                    <a:pt x="358" y="3379"/>
                  </a:lnTo>
                  <a:cubicBezTo>
                    <a:pt x="1" y="3593"/>
                    <a:pt x="1" y="3926"/>
                    <a:pt x="358" y="4129"/>
                  </a:cubicBezTo>
                  <a:lnTo>
                    <a:pt x="5942" y="7355"/>
                  </a:lnTo>
                  <a:cubicBezTo>
                    <a:pt x="6121" y="7457"/>
                    <a:pt x="6356" y="7507"/>
                    <a:pt x="6590" y="7507"/>
                  </a:cubicBezTo>
                  <a:cubicBezTo>
                    <a:pt x="6823" y="7507"/>
                    <a:pt x="7055" y="7457"/>
                    <a:pt x="7228" y="7355"/>
                  </a:cubicBezTo>
                  <a:lnTo>
                    <a:pt x="12776" y="4129"/>
                  </a:lnTo>
                  <a:cubicBezTo>
                    <a:pt x="13134" y="3926"/>
                    <a:pt x="13134" y="3581"/>
                    <a:pt x="12776" y="3379"/>
                  </a:cubicBezTo>
                  <a:lnTo>
                    <a:pt x="7192" y="152"/>
                  </a:lnTo>
                  <a:cubicBezTo>
                    <a:pt x="7014" y="51"/>
                    <a:pt x="6779" y="0"/>
                    <a:pt x="6543" y="0"/>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3"/>
            <p:cNvSpPr/>
            <p:nvPr/>
          </p:nvSpPr>
          <p:spPr>
            <a:xfrm>
              <a:off x="1689097" y="1122795"/>
              <a:ext cx="414814" cy="139988"/>
            </a:xfrm>
            <a:custGeom>
              <a:avLst/>
              <a:gdLst/>
              <a:ahLst/>
              <a:cxnLst/>
              <a:rect l="l" t="t" r="r" b="b"/>
              <a:pathLst>
                <a:path w="12967" h="4376" extrusionOk="0">
                  <a:moveTo>
                    <a:pt x="12" y="0"/>
                  </a:moveTo>
                  <a:lnTo>
                    <a:pt x="0" y="619"/>
                  </a:lnTo>
                  <a:cubicBezTo>
                    <a:pt x="0" y="750"/>
                    <a:pt x="96" y="893"/>
                    <a:pt x="274" y="1000"/>
                  </a:cubicBezTo>
                  <a:lnTo>
                    <a:pt x="5858" y="4215"/>
                  </a:lnTo>
                  <a:cubicBezTo>
                    <a:pt x="6037" y="4322"/>
                    <a:pt x="6272" y="4376"/>
                    <a:pt x="6507" y="4376"/>
                  </a:cubicBezTo>
                  <a:cubicBezTo>
                    <a:pt x="6742" y="4376"/>
                    <a:pt x="6977" y="4322"/>
                    <a:pt x="7156" y="4215"/>
                  </a:cubicBezTo>
                  <a:lnTo>
                    <a:pt x="12692" y="1000"/>
                  </a:lnTo>
                  <a:cubicBezTo>
                    <a:pt x="12871" y="893"/>
                    <a:pt x="12966" y="762"/>
                    <a:pt x="12966" y="619"/>
                  </a:cubicBezTo>
                  <a:lnTo>
                    <a:pt x="12966" y="0"/>
                  </a:lnTo>
                  <a:cubicBezTo>
                    <a:pt x="12966" y="131"/>
                    <a:pt x="12883" y="274"/>
                    <a:pt x="12704" y="369"/>
                  </a:cubicBezTo>
                  <a:lnTo>
                    <a:pt x="7156" y="3596"/>
                  </a:lnTo>
                  <a:cubicBezTo>
                    <a:pt x="6983" y="3697"/>
                    <a:pt x="6751" y="3748"/>
                    <a:pt x="6518" y="3748"/>
                  </a:cubicBezTo>
                  <a:cubicBezTo>
                    <a:pt x="6284" y="3748"/>
                    <a:pt x="6049" y="3697"/>
                    <a:pt x="5870" y="3596"/>
                  </a:cubicBezTo>
                  <a:lnTo>
                    <a:pt x="286" y="369"/>
                  </a:lnTo>
                  <a:cubicBezTo>
                    <a:pt x="108" y="274"/>
                    <a:pt x="12" y="131"/>
                    <a:pt x="12" y="0"/>
                  </a:cubicBez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3"/>
            <p:cNvSpPr/>
            <p:nvPr/>
          </p:nvSpPr>
          <p:spPr>
            <a:xfrm>
              <a:off x="1686793" y="1002610"/>
              <a:ext cx="420157" cy="240085"/>
            </a:xfrm>
            <a:custGeom>
              <a:avLst/>
              <a:gdLst/>
              <a:ahLst/>
              <a:cxnLst/>
              <a:rect l="l" t="t" r="r" b="b"/>
              <a:pathLst>
                <a:path w="13134" h="7505" extrusionOk="0">
                  <a:moveTo>
                    <a:pt x="6543" y="1"/>
                  </a:moveTo>
                  <a:cubicBezTo>
                    <a:pt x="6308" y="1"/>
                    <a:pt x="6073" y="55"/>
                    <a:pt x="5895" y="162"/>
                  </a:cubicBezTo>
                  <a:lnTo>
                    <a:pt x="358" y="3376"/>
                  </a:lnTo>
                  <a:cubicBezTo>
                    <a:pt x="1" y="3591"/>
                    <a:pt x="1" y="3924"/>
                    <a:pt x="358" y="4126"/>
                  </a:cubicBezTo>
                  <a:lnTo>
                    <a:pt x="5942" y="7353"/>
                  </a:lnTo>
                  <a:cubicBezTo>
                    <a:pt x="6121" y="7454"/>
                    <a:pt x="6356" y="7505"/>
                    <a:pt x="6590" y="7505"/>
                  </a:cubicBezTo>
                  <a:cubicBezTo>
                    <a:pt x="6823" y="7505"/>
                    <a:pt x="7055" y="7454"/>
                    <a:pt x="7228" y="7353"/>
                  </a:cubicBezTo>
                  <a:lnTo>
                    <a:pt x="12776" y="4126"/>
                  </a:lnTo>
                  <a:cubicBezTo>
                    <a:pt x="13134" y="3924"/>
                    <a:pt x="13134" y="3591"/>
                    <a:pt x="12776" y="3376"/>
                  </a:cubicBezTo>
                  <a:lnTo>
                    <a:pt x="7192" y="162"/>
                  </a:lnTo>
                  <a:cubicBezTo>
                    <a:pt x="7014" y="55"/>
                    <a:pt x="6779" y="1"/>
                    <a:pt x="6543" y="1"/>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3"/>
            <p:cNvSpPr/>
            <p:nvPr/>
          </p:nvSpPr>
          <p:spPr>
            <a:xfrm>
              <a:off x="1689097" y="1083575"/>
              <a:ext cx="414814" cy="140084"/>
            </a:xfrm>
            <a:custGeom>
              <a:avLst/>
              <a:gdLst/>
              <a:ahLst/>
              <a:cxnLst/>
              <a:rect l="l" t="t" r="r" b="b"/>
              <a:pathLst>
                <a:path w="12967" h="4379" extrusionOk="0">
                  <a:moveTo>
                    <a:pt x="12" y="0"/>
                  </a:moveTo>
                  <a:lnTo>
                    <a:pt x="0" y="619"/>
                  </a:lnTo>
                  <a:cubicBezTo>
                    <a:pt x="0" y="762"/>
                    <a:pt x="96" y="893"/>
                    <a:pt x="274" y="1000"/>
                  </a:cubicBezTo>
                  <a:lnTo>
                    <a:pt x="5858" y="4227"/>
                  </a:lnTo>
                  <a:cubicBezTo>
                    <a:pt x="6037" y="4328"/>
                    <a:pt x="6272" y="4379"/>
                    <a:pt x="6507" y="4379"/>
                  </a:cubicBezTo>
                  <a:cubicBezTo>
                    <a:pt x="6742" y="4379"/>
                    <a:pt x="6977" y="4328"/>
                    <a:pt x="7156" y="4227"/>
                  </a:cubicBezTo>
                  <a:lnTo>
                    <a:pt x="12692" y="1000"/>
                  </a:lnTo>
                  <a:cubicBezTo>
                    <a:pt x="12871" y="893"/>
                    <a:pt x="12966" y="762"/>
                    <a:pt x="12966" y="631"/>
                  </a:cubicBezTo>
                  <a:lnTo>
                    <a:pt x="12966" y="0"/>
                  </a:lnTo>
                  <a:cubicBezTo>
                    <a:pt x="12966" y="143"/>
                    <a:pt x="12883" y="274"/>
                    <a:pt x="12704" y="381"/>
                  </a:cubicBezTo>
                  <a:lnTo>
                    <a:pt x="7156" y="3596"/>
                  </a:lnTo>
                  <a:cubicBezTo>
                    <a:pt x="6983" y="3703"/>
                    <a:pt x="6751" y="3756"/>
                    <a:pt x="6518" y="3756"/>
                  </a:cubicBezTo>
                  <a:cubicBezTo>
                    <a:pt x="6284" y="3756"/>
                    <a:pt x="6049" y="3703"/>
                    <a:pt x="5870" y="3596"/>
                  </a:cubicBezTo>
                  <a:lnTo>
                    <a:pt x="286" y="381"/>
                  </a:lnTo>
                  <a:cubicBezTo>
                    <a:pt x="108" y="274"/>
                    <a:pt x="12" y="131"/>
                    <a:pt x="12" y="0"/>
                  </a:cubicBez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3"/>
            <p:cNvSpPr/>
            <p:nvPr/>
          </p:nvSpPr>
          <p:spPr>
            <a:xfrm>
              <a:off x="1686793" y="963678"/>
              <a:ext cx="420157" cy="240085"/>
            </a:xfrm>
            <a:custGeom>
              <a:avLst/>
              <a:gdLst/>
              <a:ahLst/>
              <a:cxnLst/>
              <a:rect l="l" t="t" r="r" b="b"/>
              <a:pathLst>
                <a:path w="13134" h="7505" extrusionOk="0">
                  <a:moveTo>
                    <a:pt x="6543" y="1"/>
                  </a:moveTo>
                  <a:cubicBezTo>
                    <a:pt x="6308" y="1"/>
                    <a:pt x="6073" y="51"/>
                    <a:pt x="5895" y="152"/>
                  </a:cubicBezTo>
                  <a:lnTo>
                    <a:pt x="358" y="3379"/>
                  </a:lnTo>
                  <a:cubicBezTo>
                    <a:pt x="1" y="3581"/>
                    <a:pt x="1" y="3915"/>
                    <a:pt x="358" y="4129"/>
                  </a:cubicBezTo>
                  <a:lnTo>
                    <a:pt x="5942" y="7344"/>
                  </a:lnTo>
                  <a:cubicBezTo>
                    <a:pt x="6121" y="7451"/>
                    <a:pt x="6356" y="7504"/>
                    <a:pt x="6590" y="7504"/>
                  </a:cubicBezTo>
                  <a:cubicBezTo>
                    <a:pt x="6823" y="7504"/>
                    <a:pt x="7055" y="7451"/>
                    <a:pt x="7228" y="7344"/>
                  </a:cubicBezTo>
                  <a:lnTo>
                    <a:pt x="12776" y="4129"/>
                  </a:lnTo>
                  <a:cubicBezTo>
                    <a:pt x="13134" y="3915"/>
                    <a:pt x="13134" y="3581"/>
                    <a:pt x="12776" y="3379"/>
                  </a:cubicBezTo>
                  <a:lnTo>
                    <a:pt x="7192" y="152"/>
                  </a:lnTo>
                  <a:cubicBezTo>
                    <a:pt x="7014" y="51"/>
                    <a:pt x="6779" y="1"/>
                    <a:pt x="6543" y="1"/>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3"/>
            <p:cNvSpPr/>
            <p:nvPr/>
          </p:nvSpPr>
          <p:spPr>
            <a:xfrm>
              <a:off x="1660914" y="976922"/>
              <a:ext cx="471565" cy="220539"/>
            </a:xfrm>
            <a:custGeom>
              <a:avLst/>
              <a:gdLst/>
              <a:ahLst/>
              <a:cxnLst/>
              <a:rect l="l" t="t" r="r" b="b"/>
              <a:pathLst>
                <a:path w="14741" h="6894" extrusionOk="0">
                  <a:moveTo>
                    <a:pt x="14740" y="12"/>
                  </a:moveTo>
                  <a:lnTo>
                    <a:pt x="14740" y="15"/>
                  </a:lnTo>
                  <a:lnTo>
                    <a:pt x="14740" y="15"/>
                  </a:lnTo>
                  <a:cubicBezTo>
                    <a:pt x="14740" y="14"/>
                    <a:pt x="14740" y="13"/>
                    <a:pt x="14740" y="12"/>
                  </a:cubicBezTo>
                  <a:close/>
                  <a:moveTo>
                    <a:pt x="12" y="0"/>
                  </a:moveTo>
                  <a:lnTo>
                    <a:pt x="0" y="2632"/>
                  </a:lnTo>
                  <a:cubicBezTo>
                    <a:pt x="0" y="2786"/>
                    <a:pt x="96" y="2941"/>
                    <a:pt x="310" y="3060"/>
                  </a:cubicBezTo>
                  <a:lnTo>
                    <a:pt x="6656" y="6715"/>
                  </a:lnTo>
                  <a:cubicBezTo>
                    <a:pt x="6858" y="6834"/>
                    <a:pt x="7123" y="6894"/>
                    <a:pt x="7388" y="6894"/>
                  </a:cubicBezTo>
                  <a:cubicBezTo>
                    <a:pt x="7653" y="6894"/>
                    <a:pt x="7918" y="6834"/>
                    <a:pt x="8120" y="6715"/>
                  </a:cubicBezTo>
                  <a:lnTo>
                    <a:pt x="14431" y="3060"/>
                  </a:lnTo>
                  <a:cubicBezTo>
                    <a:pt x="14633" y="2941"/>
                    <a:pt x="14728" y="2786"/>
                    <a:pt x="14728" y="2632"/>
                  </a:cubicBezTo>
                  <a:lnTo>
                    <a:pt x="14740" y="15"/>
                  </a:lnTo>
                  <a:lnTo>
                    <a:pt x="14740" y="15"/>
                  </a:lnTo>
                  <a:cubicBezTo>
                    <a:pt x="14739" y="157"/>
                    <a:pt x="14644" y="311"/>
                    <a:pt x="14443" y="429"/>
                  </a:cubicBezTo>
                  <a:lnTo>
                    <a:pt x="8132" y="4096"/>
                  </a:lnTo>
                  <a:cubicBezTo>
                    <a:pt x="7930" y="4215"/>
                    <a:pt x="7665" y="4275"/>
                    <a:pt x="7400" y="4275"/>
                  </a:cubicBezTo>
                  <a:cubicBezTo>
                    <a:pt x="7135" y="4275"/>
                    <a:pt x="6870" y="4215"/>
                    <a:pt x="6668" y="4096"/>
                  </a:cubicBezTo>
                  <a:lnTo>
                    <a:pt x="322" y="429"/>
                  </a:lnTo>
                  <a:cubicBezTo>
                    <a:pt x="107" y="310"/>
                    <a:pt x="12" y="155"/>
                    <a:pt x="12" y="0"/>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3"/>
            <p:cNvSpPr/>
            <p:nvPr/>
          </p:nvSpPr>
          <p:spPr>
            <a:xfrm>
              <a:off x="1657875" y="840550"/>
              <a:ext cx="478027" cy="273131"/>
            </a:xfrm>
            <a:custGeom>
              <a:avLst/>
              <a:gdLst/>
              <a:ahLst/>
              <a:cxnLst/>
              <a:rect l="l" t="t" r="r" b="b"/>
              <a:pathLst>
                <a:path w="14943" h="8538" extrusionOk="0">
                  <a:moveTo>
                    <a:pt x="7447" y="1"/>
                  </a:moveTo>
                  <a:cubicBezTo>
                    <a:pt x="7182" y="1"/>
                    <a:pt x="6918" y="60"/>
                    <a:pt x="6715" y="179"/>
                  </a:cubicBezTo>
                  <a:lnTo>
                    <a:pt x="405" y="3835"/>
                  </a:lnTo>
                  <a:cubicBezTo>
                    <a:pt x="0" y="4073"/>
                    <a:pt x="0" y="4454"/>
                    <a:pt x="417" y="4692"/>
                  </a:cubicBezTo>
                  <a:lnTo>
                    <a:pt x="6763" y="8359"/>
                  </a:lnTo>
                  <a:cubicBezTo>
                    <a:pt x="6965" y="8478"/>
                    <a:pt x="7230" y="8538"/>
                    <a:pt x="7495" y="8538"/>
                  </a:cubicBezTo>
                  <a:cubicBezTo>
                    <a:pt x="7760" y="8538"/>
                    <a:pt x="8025" y="8478"/>
                    <a:pt x="8227" y="8359"/>
                  </a:cubicBezTo>
                  <a:lnTo>
                    <a:pt x="14538" y="4692"/>
                  </a:lnTo>
                  <a:cubicBezTo>
                    <a:pt x="14942" y="4454"/>
                    <a:pt x="14942" y="4073"/>
                    <a:pt x="14526" y="3835"/>
                  </a:cubicBezTo>
                  <a:lnTo>
                    <a:pt x="8180" y="179"/>
                  </a:lnTo>
                  <a:cubicBezTo>
                    <a:pt x="7977" y="60"/>
                    <a:pt x="7712" y="1"/>
                    <a:pt x="7447" y="1"/>
                  </a:cubicBezTo>
                  <a:close/>
                </a:path>
              </a:pathLst>
            </a:custGeom>
            <a:gradFill>
              <a:gsLst>
                <a:gs pos="0">
                  <a:schemeClr val="dk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3"/>
            <p:cNvSpPr/>
            <p:nvPr/>
          </p:nvSpPr>
          <p:spPr>
            <a:xfrm>
              <a:off x="1941239" y="1117644"/>
              <a:ext cx="14875" cy="19322"/>
            </a:xfrm>
            <a:custGeom>
              <a:avLst/>
              <a:gdLst/>
              <a:ahLst/>
              <a:cxnLst/>
              <a:rect l="l" t="t" r="r" b="b"/>
              <a:pathLst>
                <a:path w="465" h="604" extrusionOk="0">
                  <a:moveTo>
                    <a:pt x="332" y="0"/>
                  </a:moveTo>
                  <a:cubicBezTo>
                    <a:pt x="300" y="0"/>
                    <a:pt x="264" y="10"/>
                    <a:pt x="227" y="30"/>
                  </a:cubicBezTo>
                  <a:cubicBezTo>
                    <a:pt x="96" y="102"/>
                    <a:pt x="0" y="292"/>
                    <a:pt x="0" y="435"/>
                  </a:cubicBezTo>
                  <a:cubicBezTo>
                    <a:pt x="0" y="542"/>
                    <a:pt x="46" y="604"/>
                    <a:pt x="118" y="604"/>
                  </a:cubicBezTo>
                  <a:cubicBezTo>
                    <a:pt x="149" y="604"/>
                    <a:pt x="186" y="592"/>
                    <a:pt x="227" y="566"/>
                  </a:cubicBezTo>
                  <a:cubicBezTo>
                    <a:pt x="357" y="495"/>
                    <a:pt x="465" y="316"/>
                    <a:pt x="465" y="161"/>
                  </a:cubicBezTo>
                  <a:cubicBezTo>
                    <a:pt x="465" y="60"/>
                    <a:pt x="410" y="0"/>
                    <a:pt x="3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3"/>
            <p:cNvSpPr/>
            <p:nvPr/>
          </p:nvSpPr>
          <p:spPr>
            <a:xfrm>
              <a:off x="1985417" y="1094932"/>
              <a:ext cx="14875" cy="19322"/>
            </a:xfrm>
            <a:custGeom>
              <a:avLst/>
              <a:gdLst/>
              <a:ahLst/>
              <a:cxnLst/>
              <a:rect l="l" t="t" r="r" b="b"/>
              <a:pathLst>
                <a:path w="465" h="604" extrusionOk="0">
                  <a:moveTo>
                    <a:pt x="347" y="0"/>
                  </a:moveTo>
                  <a:cubicBezTo>
                    <a:pt x="316" y="0"/>
                    <a:pt x="279" y="12"/>
                    <a:pt x="239" y="38"/>
                  </a:cubicBezTo>
                  <a:cubicBezTo>
                    <a:pt x="108" y="109"/>
                    <a:pt x="0" y="288"/>
                    <a:pt x="0" y="443"/>
                  </a:cubicBezTo>
                  <a:cubicBezTo>
                    <a:pt x="0" y="544"/>
                    <a:pt x="55" y="604"/>
                    <a:pt x="133" y="604"/>
                  </a:cubicBezTo>
                  <a:cubicBezTo>
                    <a:pt x="165" y="604"/>
                    <a:pt x="201" y="594"/>
                    <a:pt x="239" y="574"/>
                  </a:cubicBezTo>
                  <a:cubicBezTo>
                    <a:pt x="370" y="502"/>
                    <a:pt x="465" y="312"/>
                    <a:pt x="465" y="169"/>
                  </a:cubicBezTo>
                  <a:cubicBezTo>
                    <a:pt x="465" y="62"/>
                    <a:pt x="419" y="0"/>
                    <a:pt x="3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3"/>
            <p:cNvSpPr/>
            <p:nvPr/>
          </p:nvSpPr>
          <p:spPr>
            <a:xfrm>
              <a:off x="2029594" y="1072315"/>
              <a:ext cx="15259" cy="19482"/>
            </a:xfrm>
            <a:custGeom>
              <a:avLst/>
              <a:gdLst/>
              <a:ahLst/>
              <a:cxnLst/>
              <a:rect l="l" t="t" r="r" b="b"/>
              <a:pathLst>
                <a:path w="477" h="609" extrusionOk="0">
                  <a:moveTo>
                    <a:pt x="342" y="1"/>
                  </a:moveTo>
                  <a:cubicBezTo>
                    <a:pt x="311" y="1"/>
                    <a:pt x="276" y="10"/>
                    <a:pt x="239" y="31"/>
                  </a:cubicBezTo>
                  <a:cubicBezTo>
                    <a:pt x="108" y="114"/>
                    <a:pt x="1" y="292"/>
                    <a:pt x="1" y="435"/>
                  </a:cubicBezTo>
                  <a:cubicBezTo>
                    <a:pt x="1" y="546"/>
                    <a:pt x="56" y="608"/>
                    <a:pt x="135" y="608"/>
                  </a:cubicBezTo>
                  <a:cubicBezTo>
                    <a:pt x="166" y="608"/>
                    <a:pt x="202" y="598"/>
                    <a:pt x="239" y="578"/>
                  </a:cubicBezTo>
                  <a:cubicBezTo>
                    <a:pt x="370" y="495"/>
                    <a:pt x="477" y="316"/>
                    <a:pt x="477" y="173"/>
                  </a:cubicBezTo>
                  <a:cubicBezTo>
                    <a:pt x="477" y="63"/>
                    <a:pt x="422" y="1"/>
                    <a:pt x="3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3"/>
            <p:cNvSpPr/>
            <p:nvPr/>
          </p:nvSpPr>
          <p:spPr>
            <a:xfrm>
              <a:off x="2074156" y="1049826"/>
              <a:ext cx="14875" cy="19354"/>
            </a:xfrm>
            <a:custGeom>
              <a:avLst/>
              <a:gdLst/>
              <a:ahLst/>
              <a:cxnLst/>
              <a:rect l="l" t="t" r="r" b="b"/>
              <a:pathLst>
                <a:path w="465" h="605" extrusionOk="0">
                  <a:moveTo>
                    <a:pt x="332" y="1"/>
                  </a:moveTo>
                  <a:cubicBezTo>
                    <a:pt x="300" y="1"/>
                    <a:pt x="264" y="11"/>
                    <a:pt x="227" y="31"/>
                  </a:cubicBezTo>
                  <a:cubicBezTo>
                    <a:pt x="96" y="103"/>
                    <a:pt x="1" y="293"/>
                    <a:pt x="1" y="436"/>
                  </a:cubicBezTo>
                  <a:cubicBezTo>
                    <a:pt x="1" y="543"/>
                    <a:pt x="46" y="605"/>
                    <a:pt x="118" y="605"/>
                  </a:cubicBezTo>
                  <a:cubicBezTo>
                    <a:pt x="150" y="605"/>
                    <a:pt x="187" y="592"/>
                    <a:pt x="227" y="567"/>
                  </a:cubicBezTo>
                  <a:cubicBezTo>
                    <a:pt x="358" y="495"/>
                    <a:pt x="465" y="317"/>
                    <a:pt x="465" y="162"/>
                  </a:cubicBezTo>
                  <a:cubicBezTo>
                    <a:pt x="465" y="60"/>
                    <a:pt x="411" y="1"/>
                    <a:pt x="3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3"/>
            <p:cNvSpPr/>
            <p:nvPr/>
          </p:nvSpPr>
          <p:spPr>
            <a:xfrm>
              <a:off x="1689097" y="931977"/>
              <a:ext cx="414814" cy="139988"/>
            </a:xfrm>
            <a:custGeom>
              <a:avLst/>
              <a:gdLst/>
              <a:ahLst/>
              <a:cxnLst/>
              <a:rect l="l" t="t" r="r" b="b"/>
              <a:pathLst>
                <a:path w="12967" h="4376" extrusionOk="0">
                  <a:moveTo>
                    <a:pt x="12" y="0"/>
                  </a:moveTo>
                  <a:lnTo>
                    <a:pt x="0" y="619"/>
                  </a:lnTo>
                  <a:cubicBezTo>
                    <a:pt x="0" y="750"/>
                    <a:pt x="96" y="893"/>
                    <a:pt x="274" y="1000"/>
                  </a:cubicBezTo>
                  <a:lnTo>
                    <a:pt x="5858" y="4215"/>
                  </a:lnTo>
                  <a:cubicBezTo>
                    <a:pt x="6037" y="4322"/>
                    <a:pt x="6272" y="4376"/>
                    <a:pt x="6507" y="4376"/>
                  </a:cubicBezTo>
                  <a:cubicBezTo>
                    <a:pt x="6742" y="4376"/>
                    <a:pt x="6977" y="4322"/>
                    <a:pt x="7156" y="4215"/>
                  </a:cubicBezTo>
                  <a:lnTo>
                    <a:pt x="12692" y="1000"/>
                  </a:lnTo>
                  <a:cubicBezTo>
                    <a:pt x="12871" y="893"/>
                    <a:pt x="12966" y="762"/>
                    <a:pt x="12966" y="619"/>
                  </a:cubicBezTo>
                  <a:lnTo>
                    <a:pt x="12966" y="0"/>
                  </a:lnTo>
                  <a:cubicBezTo>
                    <a:pt x="12966" y="131"/>
                    <a:pt x="12883" y="274"/>
                    <a:pt x="12704" y="369"/>
                  </a:cubicBezTo>
                  <a:lnTo>
                    <a:pt x="7156" y="3596"/>
                  </a:lnTo>
                  <a:cubicBezTo>
                    <a:pt x="6983" y="3697"/>
                    <a:pt x="6751" y="3748"/>
                    <a:pt x="6518" y="3748"/>
                  </a:cubicBezTo>
                  <a:cubicBezTo>
                    <a:pt x="6284" y="3748"/>
                    <a:pt x="6049" y="3697"/>
                    <a:pt x="5870" y="3596"/>
                  </a:cubicBezTo>
                  <a:lnTo>
                    <a:pt x="286" y="369"/>
                  </a:lnTo>
                  <a:cubicBezTo>
                    <a:pt x="108" y="274"/>
                    <a:pt x="12" y="131"/>
                    <a:pt x="12" y="0"/>
                  </a:cubicBez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3"/>
            <p:cNvSpPr/>
            <p:nvPr/>
          </p:nvSpPr>
          <p:spPr>
            <a:xfrm>
              <a:off x="1686793" y="811791"/>
              <a:ext cx="420157" cy="240085"/>
            </a:xfrm>
            <a:custGeom>
              <a:avLst/>
              <a:gdLst/>
              <a:ahLst/>
              <a:cxnLst/>
              <a:rect l="l" t="t" r="r" b="b"/>
              <a:pathLst>
                <a:path w="13134" h="7505" extrusionOk="0">
                  <a:moveTo>
                    <a:pt x="6543" y="1"/>
                  </a:moveTo>
                  <a:cubicBezTo>
                    <a:pt x="6308" y="1"/>
                    <a:pt x="6073" y="55"/>
                    <a:pt x="5895" y="162"/>
                  </a:cubicBezTo>
                  <a:lnTo>
                    <a:pt x="358" y="3376"/>
                  </a:lnTo>
                  <a:cubicBezTo>
                    <a:pt x="1" y="3591"/>
                    <a:pt x="1" y="3924"/>
                    <a:pt x="358" y="4126"/>
                  </a:cubicBezTo>
                  <a:lnTo>
                    <a:pt x="5942" y="7353"/>
                  </a:lnTo>
                  <a:cubicBezTo>
                    <a:pt x="6121" y="7454"/>
                    <a:pt x="6356" y="7505"/>
                    <a:pt x="6590" y="7505"/>
                  </a:cubicBezTo>
                  <a:cubicBezTo>
                    <a:pt x="6823" y="7505"/>
                    <a:pt x="7055" y="7454"/>
                    <a:pt x="7228" y="7353"/>
                  </a:cubicBezTo>
                  <a:lnTo>
                    <a:pt x="12776" y="4126"/>
                  </a:lnTo>
                  <a:cubicBezTo>
                    <a:pt x="13134" y="3924"/>
                    <a:pt x="13134" y="3591"/>
                    <a:pt x="12776" y="3376"/>
                  </a:cubicBezTo>
                  <a:lnTo>
                    <a:pt x="7192" y="162"/>
                  </a:lnTo>
                  <a:cubicBezTo>
                    <a:pt x="7014" y="55"/>
                    <a:pt x="6779" y="1"/>
                    <a:pt x="6543" y="1"/>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3"/>
            <p:cNvSpPr/>
            <p:nvPr/>
          </p:nvSpPr>
          <p:spPr>
            <a:xfrm>
              <a:off x="1689097" y="892725"/>
              <a:ext cx="414814" cy="140020"/>
            </a:xfrm>
            <a:custGeom>
              <a:avLst/>
              <a:gdLst/>
              <a:ahLst/>
              <a:cxnLst/>
              <a:rect l="l" t="t" r="r" b="b"/>
              <a:pathLst>
                <a:path w="12967" h="4377" extrusionOk="0">
                  <a:moveTo>
                    <a:pt x="12" y="1"/>
                  </a:moveTo>
                  <a:lnTo>
                    <a:pt x="0" y="620"/>
                  </a:lnTo>
                  <a:cubicBezTo>
                    <a:pt x="0" y="763"/>
                    <a:pt x="96" y="894"/>
                    <a:pt x="274" y="1001"/>
                  </a:cubicBezTo>
                  <a:lnTo>
                    <a:pt x="5858" y="4216"/>
                  </a:lnTo>
                  <a:cubicBezTo>
                    <a:pt x="6037" y="4323"/>
                    <a:pt x="6272" y="4377"/>
                    <a:pt x="6507" y="4377"/>
                  </a:cubicBezTo>
                  <a:cubicBezTo>
                    <a:pt x="6742" y="4377"/>
                    <a:pt x="6977" y="4323"/>
                    <a:pt x="7156" y="4216"/>
                  </a:cubicBezTo>
                  <a:lnTo>
                    <a:pt x="12692" y="1001"/>
                  </a:lnTo>
                  <a:cubicBezTo>
                    <a:pt x="12871" y="894"/>
                    <a:pt x="12966" y="763"/>
                    <a:pt x="12966" y="632"/>
                  </a:cubicBezTo>
                  <a:lnTo>
                    <a:pt x="12966" y="1"/>
                  </a:lnTo>
                  <a:cubicBezTo>
                    <a:pt x="12966" y="144"/>
                    <a:pt x="12883" y="275"/>
                    <a:pt x="12704" y="382"/>
                  </a:cubicBezTo>
                  <a:lnTo>
                    <a:pt x="7156" y="3597"/>
                  </a:lnTo>
                  <a:cubicBezTo>
                    <a:pt x="6983" y="3698"/>
                    <a:pt x="6751" y="3748"/>
                    <a:pt x="6518" y="3748"/>
                  </a:cubicBezTo>
                  <a:cubicBezTo>
                    <a:pt x="6284" y="3748"/>
                    <a:pt x="6049" y="3698"/>
                    <a:pt x="5870" y="3597"/>
                  </a:cubicBezTo>
                  <a:lnTo>
                    <a:pt x="286" y="370"/>
                  </a:lnTo>
                  <a:cubicBezTo>
                    <a:pt x="108" y="275"/>
                    <a:pt x="12" y="132"/>
                    <a:pt x="12" y="1"/>
                  </a:cubicBez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3"/>
            <p:cNvSpPr/>
            <p:nvPr/>
          </p:nvSpPr>
          <p:spPr>
            <a:xfrm>
              <a:off x="1686793" y="772860"/>
              <a:ext cx="420157" cy="240085"/>
            </a:xfrm>
            <a:custGeom>
              <a:avLst/>
              <a:gdLst/>
              <a:ahLst/>
              <a:cxnLst/>
              <a:rect l="l" t="t" r="r" b="b"/>
              <a:pathLst>
                <a:path w="13134" h="7505" extrusionOk="0">
                  <a:moveTo>
                    <a:pt x="6543" y="1"/>
                  </a:moveTo>
                  <a:cubicBezTo>
                    <a:pt x="6308" y="1"/>
                    <a:pt x="6073" y="51"/>
                    <a:pt x="5895" y="152"/>
                  </a:cubicBezTo>
                  <a:lnTo>
                    <a:pt x="358" y="3379"/>
                  </a:lnTo>
                  <a:cubicBezTo>
                    <a:pt x="1" y="3581"/>
                    <a:pt x="1" y="3915"/>
                    <a:pt x="358" y="4129"/>
                  </a:cubicBezTo>
                  <a:lnTo>
                    <a:pt x="5942" y="7344"/>
                  </a:lnTo>
                  <a:cubicBezTo>
                    <a:pt x="6121" y="7451"/>
                    <a:pt x="6356" y="7504"/>
                    <a:pt x="6590" y="7504"/>
                  </a:cubicBezTo>
                  <a:cubicBezTo>
                    <a:pt x="6823" y="7504"/>
                    <a:pt x="7055" y="7451"/>
                    <a:pt x="7228" y="7344"/>
                  </a:cubicBezTo>
                  <a:lnTo>
                    <a:pt x="12776" y="4129"/>
                  </a:lnTo>
                  <a:cubicBezTo>
                    <a:pt x="13134" y="3915"/>
                    <a:pt x="13134" y="3581"/>
                    <a:pt x="12776" y="3379"/>
                  </a:cubicBezTo>
                  <a:lnTo>
                    <a:pt x="7192" y="152"/>
                  </a:lnTo>
                  <a:cubicBezTo>
                    <a:pt x="7014" y="51"/>
                    <a:pt x="6779" y="1"/>
                    <a:pt x="6543" y="1"/>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3"/>
            <p:cNvSpPr/>
            <p:nvPr/>
          </p:nvSpPr>
          <p:spPr>
            <a:xfrm>
              <a:off x="1689097" y="853506"/>
              <a:ext cx="414814" cy="140116"/>
            </a:xfrm>
            <a:custGeom>
              <a:avLst/>
              <a:gdLst/>
              <a:ahLst/>
              <a:cxnLst/>
              <a:rect l="l" t="t" r="r" b="b"/>
              <a:pathLst>
                <a:path w="12967" h="4380" extrusionOk="0">
                  <a:moveTo>
                    <a:pt x="12" y="1"/>
                  </a:moveTo>
                  <a:lnTo>
                    <a:pt x="0" y="620"/>
                  </a:lnTo>
                  <a:cubicBezTo>
                    <a:pt x="0" y="763"/>
                    <a:pt x="96" y="894"/>
                    <a:pt x="274" y="1001"/>
                  </a:cubicBezTo>
                  <a:lnTo>
                    <a:pt x="5858" y="4227"/>
                  </a:lnTo>
                  <a:cubicBezTo>
                    <a:pt x="6037" y="4329"/>
                    <a:pt x="6272" y="4379"/>
                    <a:pt x="6507" y="4379"/>
                  </a:cubicBezTo>
                  <a:cubicBezTo>
                    <a:pt x="6742" y="4379"/>
                    <a:pt x="6977" y="4329"/>
                    <a:pt x="7156" y="4227"/>
                  </a:cubicBezTo>
                  <a:lnTo>
                    <a:pt x="12692" y="1001"/>
                  </a:lnTo>
                  <a:cubicBezTo>
                    <a:pt x="12871" y="894"/>
                    <a:pt x="12966" y="763"/>
                    <a:pt x="12966" y="632"/>
                  </a:cubicBezTo>
                  <a:lnTo>
                    <a:pt x="12966" y="1"/>
                  </a:lnTo>
                  <a:cubicBezTo>
                    <a:pt x="12966" y="144"/>
                    <a:pt x="12883" y="274"/>
                    <a:pt x="12704" y="382"/>
                  </a:cubicBezTo>
                  <a:lnTo>
                    <a:pt x="7156" y="3596"/>
                  </a:lnTo>
                  <a:cubicBezTo>
                    <a:pt x="6983" y="3703"/>
                    <a:pt x="6751" y="3757"/>
                    <a:pt x="6518" y="3757"/>
                  </a:cubicBezTo>
                  <a:cubicBezTo>
                    <a:pt x="6284" y="3757"/>
                    <a:pt x="6049" y="3703"/>
                    <a:pt x="5870" y="3596"/>
                  </a:cubicBezTo>
                  <a:lnTo>
                    <a:pt x="286" y="382"/>
                  </a:lnTo>
                  <a:cubicBezTo>
                    <a:pt x="108" y="274"/>
                    <a:pt x="12" y="132"/>
                    <a:pt x="12" y="1"/>
                  </a:cubicBez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3"/>
            <p:cNvSpPr/>
            <p:nvPr/>
          </p:nvSpPr>
          <p:spPr>
            <a:xfrm>
              <a:off x="1686793" y="733641"/>
              <a:ext cx="420157" cy="240085"/>
            </a:xfrm>
            <a:custGeom>
              <a:avLst/>
              <a:gdLst/>
              <a:ahLst/>
              <a:cxnLst/>
              <a:rect l="l" t="t" r="r" b="b"/>
              <a:pathLst>
                <a:path w="13134" h="7505" extrusionOk="0">
                  <a:moveTo>
                    <a:pt x="6543" y="0"/>
                  </a:moveTo>
                  <a:cubicBezTo>
                    <a:pt x="6308" y="0"/>
                    <a:pt x="6073" y="51"/>
                    <a:pt x="5895" y="152"/>
                  </a:cubicBezTo>
                  <a:lnTo>
                    <a:pt x="358" y="3379"/>
                  </a:lnTo>
                  <a:cubicBezTo>
                    <a:pt x="1" y="3581"/>
                    <a:pt x="1" y="3914"/>
                    <a:pt x="358" y="4129"/>
                  </a:cubicBezTo>
                  <a:lnTo>
                    <a:pt x="5942" y="7343"/>
                  </a:lnTo>
                  <a:cubicBezTo>
                    <a:pt x="6121" y="7450"/>
                    <a:pt x="6356" y="7504"/>
                    <a:pt x="6590" y="7504"/>
                  </a:cubicBezTo>
                  <a:cubicBezTo>
                    <a:pt x="6823" y="7504"/>
                    <a:pt x="7055" y="7450"/>
                    <a:pt x="7228" y="7343"/>
                  </a:cubicBezTo>
                  <a:lnTo>
                    <a:pt x="12776" y="4129"/>
                  </a:lnTo>
                  <a:cubicBezTo>
                    <a:pt x="13134" y="3914"/>
                    <a:pt x="13134" y="3581"/>
                    <a:pt x="12776" y="3379"/>
                  </a:cubicBezTo>
                  <a:lnTo>
                    <a:pt x="7192" y="152"/>
                  </a:lnTo>
                  <a:cubicBezTo>
                    <a:pt x="7014" y="51"/>
                    <a:pt x="6779" y="0"/>
                    <a:pt x="6543" y="0"/>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3"/>
            <p:cNvSpPr/>
            <p:nvPr/>
          </p:nvSpPr>
          <p:spPr>
            <a:xfrm>
              <a:off x="1660914" y="746852"/>
              <a:ext cx="471565" cy="220571"/>
            </a:xfrm>
            <a:custGeom>
              <a:avLst/>
              <a:gdLst/>
              <a:ahLst/>
              <a:cxnLst/>
              <a:rect l="l" t="t" r="r" b="b"/>
              <a:pathLst>
                <a:path w="14741" h="6895" extrusionOk="0">
                  <a:moveTo>
                    <a:pt x="14740" y="13"/>
                  </a:moveTo>
                  <a:lnTo>
                    <a:pt x="14740" y="16"/>
                  </a:lnTo>
                  <a:lnTo>
                    <a:pt x="14740" y="16"/>
                  </a:lnTo>
                  <a:cubicBezTo>
                    <a:pt x="14740" y="15"/>
                    <a:pt x="14740" y="14"/>
                    <a:pt x="14740" y="13"/>
                  </a:cubicBezTo>
                  <a:close/>
                  <a:moveTo>
                    <a:pt x="12" y="1"/>
                  </a:moveTo>
                  <a:lnTo>
                    <a:pt x="0" y="2632"/>
                  </a:lnTo>
                  <a:cubicBezTo>
                    <a:pt x="0" y="2787"/>
                    <a:pt x="96" y="2942"/>
                    <a:pt x="310" y="3061"/>
                  </a:cubicBezTo>
                  <a:lnTo>
                    <a:pt x="6656" y="6716"/>
                  </a:lnTo>
                  <a:cubicBezTo>
                    <a:pt x="6858" y="6835"/>
                    <a:pt x="7123" y="6895"/>
                    <a:pt x="7388" y="6895"/>
                  </a:cubicBezTo>
                  <a:cubicBezTo>
                    <a:pt x="7653" y="6895"/>
                    <a:pt x="7918" y="6835"/>
                    <a:pt x="8120" y="6716"/>
                  </a:cubicBezTo>
                  <a:lnTo>
                    <a:pt x="14431" y="3061"/>
                  </a:lnTo>
                  <a:cubicBezTo>
                    <a:pt x="14633" y="2942"/>
                    <a:pt x="14728" y="2787"/>
                    <a:pt x="14728" y="2632"/>
                  </a:cubicBezTo>
                  <a:lnTo>
                    <a:pt x="14740" y="16"/>
                  </a:lnTo>
                  <a:lnTo>
                    <a:pt x="14740" y="16"/>
                  </a:lnTo>
                  <a:cubicBezTo>
                    <a:pt x="14739" y="170"/>
                    <a:pt x="14643" y="311"/>
                    <a:pt x="14443" y="430"/>
                  </a:cubicBezTo>
                  <a:lnTo>
                    <a:pt x="8132" y="4097"/>
                  </a:lnTo>
                  <a:cubicBezTo>
                    <a:pt x="7930" y="4216"/>
                    <a:pt x="7665" y="4275"/>
                    <a:pt x="7400" y="4275"/>
                  </a:cubicBezTo>
                  <a:cubicBezTo>
                    <a:pt x="7135" y="4275"/>
                    <a:pt x="6870" y="4216"/>
                    <a:pt x="6668" y="4097"/>
                  </a:cubicBezTo>
                  <a:lnTo>
                    <a:pt x="322" y="430"/>
                  </a:lnTo>
                  <a:cubicBezTo>
                    <a:pt x="107" y="310"/>
                    <a:pt x="12" y="156"/>
                    <a:pt x="12" y="1"/>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3"/>
            <p:cNvSpPr/>
            <p:nvPr/>
          </p:nvSpPr>
          <p:spPr>
            <a:xfrm>
              <a:off x="1657875" y="610513"/>
              <a:ext cx="478027" cy="273131"/>
            </a:xfrm>
            <a:custGeom>
              <a:avLst/>
              <a:gdLst/>
              <a:ahLst/>
              <a:cxnLst/>
              <a:rect l="l" t="t" r="r" b="b"/>
              <a:pathLst>
                <a:path w="14943" h="8538" extrusionOk="0">
                  <a:moveTo>
                    <a:pt x="7447" y="0"/>
                  </a:moveTo>
                  <a:cubicBezTo>
                    <a:pt x="7182" y="0"/>
                    <a:pt x="6918" y="60"/>
                    <a:pt x="6715" y="179"/>
                  </a:cubicBezTo>
                  <a:lnTo>
                    <a:pt x="405" y="3846"/>
                  </a:lnTo>
                  <a:cubicBezTo>
                    <a:pt x="0" y="4084"/>
                    <a:pt x="0" y="4465"/>
                    <a:pt x="417" y="4692"/>
                  </a:cubicBezTo>
                  <a:lnTo>
                    <a:pt x="6763" y="8359"/>
                  </a:lnTo>
                  <a:cubicBezTo>
                    <a:pt x="6965" y="8478"/>
                    <a:pt x="7230" y="8537"/>
                    <a:pt x="7495" y="8537"/>
                  </a:cubicBezTo>
                  <a:cubicBezTo>
                    <a:pt x="7760" y="8537"/>
                    <a:pt x="8025" y="8478"/>
                    <a:pt x="8227" y="8359"/>
                  </a:cubicBezTo>
                  <a:lnTo>
                    <a:pt x="14538" y="4692"/>
                  </a:lnTo>
                  <a:cubicBezTo>
                    <a:pt x="14942" y="4465"/>
                    <a:pt x="14942" y="4072"/>
                    <a:pt x="14526" y="3846"/>
                  </a:cubicBezTo>
                  <a:lnTo>
                    <a:pt x="8180" y="179"/>
                  </a:lnTo>
                  <a:cubicBezTo>
                    <a:pt x="7977" y="60"/>
                    <a:pt x="7712" y="0"/>
                    <a:pt x="7447" y="0"/>
                  </a:cubicBezTo>
                  <a:close/>
                </a:path>
              </a:pathLst>
            </a:custGeom>
            <a:gradFill>
              <a:gsLst>
                <a:gs pos="0">
                  <a:schemeClr val="dk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3"/>
            <p:cNvSpPr/>
            <p:nvPr/>
          </p:nvSpPr>
          <p:spPr>
            <a:xfrm>
              <a:off x="1941239" y="887575"/>
              <a:ext cx="14875" cy="19482"/>
            </a:xfrm>
            <a:custGeom>
              <a:avLst/>
              <a:gdLst/>
              <a:ahLst/>
              <a:cxnLst/>
              <a:rect l="l" t="t" r="r" b="b"/>
              <a:pathLst>
                <a:path w="465" h="609" extrusionOk="0">
                  <a:moveTo>
                    <a:pt x="332" y="1"/>
                  </a:moveTo>
                  <a:cubicBezTo>
                    <a:pt x="300" y="1"/>
                    <a:pt x="264" y="10"/>
                    <a:pt x="227" y="31"/>
                  </a:cubicBezTo>
                  <a:cubicBezTo>
                    <a:pt x="96" y="102"/>
                    <a:pt x="0" y="293"/>
                    <a:pt x="0" y="436"/>
                  </a:cubicBezTo>
                  <a:cubicBezTo>
                    <a:pt x="0" y="547"/>
                    <a:pt x="49" y="609"/>
                    <a:pt x="125" y="609"/>
                  </a:cubicBezTo>
                  <a:cubicBezTo>
                    <a:pt x="155" y="609"/>
                    <a:pt x="189" y="599"/>
                    <a:pt x="227" y="579"/>
                  </a:cubicBezTo>
                  <a:cubicBezTo>
                    <a:pt x="357" y="495"/>
                    <a:pt x="465" y="317"/>
                    <a:pt x="465" y="162"/>
                  </a:cubicBezTo>
                  <a:cubicBezTo>
                    <a:pt x="465" y="60"/>
                    <a:pt x="410" y="1"/>
                    <a:pt x="3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3"/>
            <p:cNvSpPr/>
            <p:nvPr/>
          </p:nvSpPr>
          <p:spPr>
            <a:xfrm>
              <a:off x="1985417" y="865118"/>
              <a:ext cx="14875" cy="19098"/>
            </a:xfrm>
            <a:custGeom>
              <a:avLst/>
              <a:gdLst/>
              <a:ahLst/>
              <a:cxnLst/>
              <a:rect l="l" t="t" r="r" b="b"/>
              <a:pathLst>
                <a:path w="465" h="597" extrusionOk="0">
                  <a:moveTo>
                    <a:pt x="341" y="0"/>
                  </a:moveTo>
                  <a:cubicBezTo>
                    <a:pt x="311" y="0"/>
                    <a:pt x="276" y="10"/>
                    <a:pt x="239" y="31"/>
                  </a:cubicBezTo>
                  <a:cubicBezTo>
                    <a:pt x="108" y="102"/>
                    <a:pt x="0" y="281"/>
                    <a:pt x="0" y="435"/>
                  </a:cubicBezTo>
                  <a:cubicBezTo>
                    <a:pt x="0" y="537"/>
                    <a:pt x="55" y="597"/>
                    <a:pt x="133" y="597"/>
                  </a:cubicBezTo>
                  <a:cubicBezTo>
                    <a:pt x="165" y="597"/>
                    <a:pt x="201" y="587"/>
                    <a:pt x="239" y="566"/>
                  </a:cubicBezTo>
                  <a:cubicBezTo>
                    <a:pt x="370" y="495"/>
                    <a:pt x="465" y="316"/>
                    <a:pt x="465" y="162"/>
                  </a:cubicBezTo>
                  <a:cubicBezTo>
                    <a:pt x="465" y="60"/>
                    <a:pt x="416" y="0"/>
                    <a:pt x="3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3"/>
            <p:cNvSpPr/>
            <p:nvPr/>
          </p:nvSpPr>
          <p:spPr>
            <a:xfrm>
              <a:off x="2029594" y="842406"/>
              <a:ext cx="15259" cy="19354"/>
            </a:xfrm>
            <a:custGeom>
              <a:avLst/>
              <a:gdLst/>
              <a:ahLst/>
              <a:cxnLst/>
              <a:rect l="l" t="t" r="r" b="b"/>
              <a:pathLst>
                <a:path w="477" h="605" extrusionOk="0">
                  <a:moveTo>
                    <a:pt x="350" y="0"/>
                  </a:moveTo>
                  <a:cubicBezTo>
                    <a:pt x="317" y="0"/>
                    <a:pt x="279" y="12"/>
                    <a:pt x="239" y="38"/>
                  </a:cubicBezTo>
                  <a:cubicBezTo>
                    <a:pt x="108" y="110"/>
                    <a:pt x="1" y="288"/>
                    <a:pt x="1" y="443"/>
                  </a:cubicBezTo>
                  <a:cubicBezTo>
                    <a:pt x="1" y="545"/>
                    <a:pt x="55" y="604"/>
                    <a:pt x="133" y="604"/>
                  </a:cubicBezTo>
                  <a:cubicBezTo>
                    <a:pt x="165" y="604"/>
                    <a:pt x="201" y="594"/>
                    <a:pt x="239" y="574"/>
                  </a:cubicBezTo>
                  <a:cubicBezTo>
                    <a:pt x="370" y="502"/>
                    <a:pt x="477" y="312"/>
                    <a:pt x="477" y="169"/>
                  </a:cubicBezTo>
                  <a:cubicBezTo>
                    <a:pt x="477" y="62"/>
                    <a:pt x="425" y="0"/>
                    <a:pt x="3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3"/>
            <p:cNvSpPr/>
            <p:nvPr/>
          </p:nvSpPr>
          <p:spPr>
            <a:xfrm>
              <a:off x="2074156" y="819789"/>
              <a:ext cx="14875" cy="19482"/>
            </a:xfrm>
            <a:custGeom>
              <a:avLst/>
              <a:gdLst/>
              <a:ahLst/>
              <a:cxnLst/>
              <a:rect l="l" t="t" r="r" b="b"/>
              <a:pathLst>
                <a:path w="465" h="609" extrusionOk="0">
                  <a:moveTo>
                    <a:pt x="332" y="0"/>
                  </a:moveTo>
                  <a:cubicBezTo>
                    <a:pt x="300" y="0"/>
                    <a:pt x="264" y="10"/>
                    <a:pt x="227" y="31"/>
                  </a:cubicBezTo>
                  <a:cubicBezTo>
                    <a:pt x="96" y="102"/>
                    <a:pt x="1" y="293"/>
                    <a:pt x="1" y="436"/>
                  </a:cubicBezTo>
                  <a:cubicBezTo>
                    <a:pt x="1" y="546"/>
                    <a:pt x="49" y="608"/>
                    <a:pt x="125" y="608"/>
                  </a:cubicBezTo>
                  <a:cubicBezTo>
                    <a:pt x="155" y="608"/>
                    <a:pt x="190" y="599"/>
                    <a:pt x="227" y="578"/>
                  </a:cubicBezTo>
                  <a:cubicBezTo>
                    <a:pt x="358" y="495"/>
                    <a:pt x="465" y="316"/>
                    <a:pt x="465" y="162"/>
                  </a:cubicBezTo>
                  <a:cubicBezTo>
                    <a:pt x="465" y="60"/>
                    <a:pt x="411" y="0"/>
                    <a:pt x="3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p:cNvSpPr/>
            <p:nvPr/>
          </p:nvSpPr>
          <p:spPr>
            <a:xfrm>
              <a:off x="1897061" y="721357"/>
              <a:ext cx="142835" cy="112381"/>
            </a:xfrm>
            <a:custGeom>
              <a:avLst/>
              <a:gdLst/>
              <a:ahLst/>
              <a:cxnLst/>
              <a:rect l="l" t="t" r="r" b="b"/>
              <a:pathLst>
                <a:path w="4465" h="3513" extrusionOk="0">
                  <a:moveTo>
                    <a:pt x="4465" y="0"/>
                  </a:moveTo>
                  <a:lnTo>
                    <a:pt x="0" y="2584"/>
                  </a:lnTo>
                  <a:lnTo>
                    <a:pt x="0" y="3513"/>
                  </a:lnTo>
                  <a:lnTo>
                    <a:pt x="4453" y="917"/>
                  </a:lnTo>
                  <a:lnTo>
                    <a:pt x="4465" y="0"/>
                  </a:ln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p:cNvSpPr/>
            <p:nvPr/>
          </p:nvSpPr>
          <p:spPr>
            <a:xfrm>
              <a:off x="1753460" y="721357"/>
              <a:ext cx="143635" cy="112381"/>
            </a:xfrm>
            <a:custGeom>
              <a:avLst/>
              <a:gdLst/>
              <a:ahLst/>
              <a:cxnLst/>
              <a:rect l="l" t="t" r="r" b="b"/>
              <a:pathLst>
                <a:path w="4490" h="3513" extrusionOk="0">
                  <a:moveTo>
                    <a:pt x="12" y="0"/>
                  </a:moveTo>
                  <a:lnTo>
                    <a:pt x="1" y="917"/>
                  </a:lnTo>
                  <a:lnTo>
                    <a:pt x="4489" y="3513"/>
                  </a:lnTo>
                  <a:lnTo>
                    <a:pt x="4489" y="2584"/>
                  </a:lnTo>
                  <a:lnTo>
                    <a:pt x="12" y="0"/>
                  </a:ln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p:cNvSpPr/>
            <p:nvPr/>
          </p:nvSpPr>
          <p:spPr>
            <a:xfrm>
              <a:off x="1753844" y="638312"/>
              <a:ext cx="286055" cy="165708"/>
            </a:xfrm>
            <a:custGeom>
              <a:avLst/>
              <a:gdLst/>
              <a:ahLst/>
              <a:cxnLst/>
              <a:rect l="l" t="t" r="r" b="b"/>
              <a:pathLst>
                <a:path w="8942" h="5180" extrusionOk="0">
                  <a:moveTo>
                    <a:pt x="4453" y="1"/>
                  </a:moveTo>
                  <a:lnTo>
                    <a:pt x="0" y="2596"/>
                  </a:lnTo>
                  <a:lnTo>
                    <a:pt x="4477" y="5180"/>
                  </a:lnTo>
                  <a:lnTo>
                    <a:pt x="8942" y="2596"/>
                  </a:lnTo>
                  <a:lnTo>
                    <a:pt x="445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p:cNvSpPr/>
            <p:nvPr/>
          </p:nvSpPr>
          <p:spPr>
            <a:xfrm>
              <a:off x="1806787" y="675675"/>
              <a:ext cx="179816" cy="94466"/>
            </a:xfrm>
            <a:custGeom>
              <a:avLst/>
              <a:gdLst/>
              <a:ahLst/>
              <a:cxnLst/>
              <a:rect l="l" t="t" r="r" b="b"/>
              <a:pathLst>
                <a:path w="5621" h="2953" extrusionOk="0">
                  <a:moveTo>
                    <a:pt x="2790" y="1"/>
                  </a:moveTo>
                  <a:cubicBezTo>
                    <a:pt x="2140" y="1"/>
                    <a:pt x="1492" y="144"/>
                    <a:pt x="1001" y="428"/>
                  </a:cubicBezTo>
                  <a:cubicBezTo>
                    <a:pt x="0" y="1000"/>
                    <a:pt x="0" y="1940"/>
                    <a:pt x="1001" y="2524"/>
                  </a:cubicBezTo>
                  <a:cubicBezTo>
                    <a:pt x="1507" y="2809"/>
                    <a:pt x="2164" y="2952"/>
                    <a:pt x="2819" y="2952"/>
                  </a:cubicBezTo>
                  <a:cubicBezTo>
                    <a:pt x="3474" y="2952"/>
                    <a:pt x="4126" y="2809"/>
                    <a:pt x="4620" y="2524"/>
                  </a:cubicBezTo>
                  <a:cubicBezTo>
                    <a:pt x="5620" y="1952"/>
                    <a:pt x="5608" y="1011"/>
                    <a:pt x="4608" y="440"/>
                  </a:cubicBezTo>
                  <a:cubicBezTo>
                    <a:pt x="4105" y="147"/>
                    <a:pt x="3446" y="1"/>
                    <a:pt x="2790" y="1"/>
                  </a:cubicBez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6" name="Google Shape;406;p33"/>
          <p:cNvSpPr/>
          <p:nvPr/>
        </p:nvSpPr>
        <p:spPr>
          <a:xfrm>
            <a:off x="6853200" y="2260477"/>
            <a:ext cx="528900" cy="601800"/>
          </a:xfrm>
          <a:prstGeom prst="upArrow">
            <a:avLst>
              <a:gd name="adj1" fmla="val 50000"/>
              <a:gd name="adj2" fmla="val 67875"/>
            </a:avLst>
          </a:prstGeom>
          <a:gradFill>
            <a:gsLst>
              <a:gs pos="0">
                <a:schemeClr val="dk1"/>
              </a:gs>
              <a:gs pos="100000">
                <a:srgbClr val="97ACD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3"/>
          <p:cNvSpPr/>
          <p:nvPr/>
        </p:nvSpPr>
        <p:spPr>
          <a:xfrm>
            <a:off x="6853200" y="2736393"/>
            <a:ext cx="528900" cy="601800"/>
          </a:xfrm>
          <a:prstGeom prst="upArrow">
            <a:avLst>
              <a:gd name="adj1" fmla="val 50000"/>
              <a:gd name="adj2" fmla="val 67875"/>
            </a:avLst>
          </a:prstGeom>
          <a:gradFill>
            <a:gsLst>
              <a:gs pos="0">
                <a:schemeClr val="dk1"/>
              </a:gs>
              <a:gs pos="100000">
                <a:srgbClr val="97ACD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3"/>
          <p:cNvSpPr/>
          <p:nvPr/>
        </p:nvSpPr>
        <p:spPr>
          <a:xfrm>
            <a:off x="7458288" y="-503375"/>
            <a:ext cx="2376600" cy="2376600"/>
          </a:xfrm>
          <a:prstGeom prst="ellipse">
            <a:avLst/>
          </a:prstGeom>
          <a:gradFill>
            <a:gsLst>
              <a:gs pos="0">
                <a:schemeClr val="dk1"/>
              </a:gs>
              <a:gs pos="100000">
                <a:srgbClr val="97ACD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9" name="Google Shape;409;p33"/>
          <p:cNvGrpSpPr/>
          <p:nvPr/>
        </p:nvGrpSpPr>
        <p:grpSpPr>
          <a:xfrm>
            <a:off x="8199987" y="4442720"/>
            <a:ext cx="1062623" cy="1196017"/>
            <a:chOff x="867539" y="598708"/>
            <a:chExt cx="491750" cy="553455"/>
          </a:xfrm>
        </p:grpSpPr>
        <p:sp>
          <p:nvSpPr>
            <p:cNvPr id="410" name="Google Shape;410;p33"/>
            <p:cNvSpPr/>
            <p:nvPr/>
          </p:nvSpPr>
          <p:spPr>
            <a:xfrm>
              <a:off x="867539" y="812751"/>
              <a:ext cx="491750" cy="285319"/>
            </a:xfrm>
            <a:custGeom>
              <a:avLst/>
              <a:gdLst/>
              <a:ahLst/>
              <a:cxnLst/>
              <a:rect l="l" t="t" r="r" b="b"/>
              <a:pathLst>
                <a:path w="15372" h="8919" extrusionOk="0">
                  <a:moveTo>
                    <a:pt x="9609" y="1"/>
                  </a:moveTo>
                  <a:lnTo>
                    <a:pt x="1" y="5585"/>
                  </a:lnTo>
                  <a:lnTo>
                    <a:pt x="5763" y="8918"/>
                  </a:lnTo>
                  <a:lnTo>
                    <a:pt x="15372" y="3334"/>
                  </a:lnTo>
                  <a:lnTo>
                    <a:pt x="9609" y="1"/>
                  </a:lnTo>
                  <a:close/>
                </a:path>
              </a:pathLst>
            </a:custGeom>
            <a:gradFill>
              <a:gsLst>
                <a:gs pos="0">
                  <a:schemeClr val="dk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3"/>
            <p:cNvSpPr/>
            <p:nvPr/>
          </p:nvSpPr>
          <p:spPr>
            <a:xfrm>
              <a:off x="1051895" y="919405"/>
              <a:ext cx="307392" cy="232759"/>
            </a:xfrm>
            <a:custGeom>
              <a:avLst/>
              <a:gdLst/>
              <a:ahLst/>
              <a:cxnLst/>
              <a:rect l="l" t="t" r="r" b="b"/>
              <a:pathLst>
                <a:path w="9609" h="7276" extrusionOk="0">
                  <a:moveTo>
                    <a:pt x="9609" y="0"/>
                  </a:moveTo>
                  <a:lnTo>
                    <a:pt x="0" y="5584"/>
                  </a:lnTo>
                  <a:lnTo>
                    <a:pt x="0" y="7275"/>
                  </a:lnTo>
                  <a:lnTo>
                    <a:pt x="9609" y="1691"/>
                  </a:lnTo>
                  <a:lnTo>
                    <a:pt x="9609" y="0"/>
                  </a:ln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3"/>
            <p:cNvSpPr/>
            <p:nvPr/>
          </p:nvSpPr>
          <p:spPr>
            <a:xfrm>
              <a:off x="867539" y="991381"/>
              <a:ext cx="184390" cy="160782"/>
            </a:xfrm>
            <a:custGeom>
              <a:avLst/>
              <a:gdLst/>
              <a:ahLst/>
              <a:cxnLst/>
              <a:rect l="l" t="t" r="r" b="b"/>
              <a:pathLst>
                <a:path w="5764" h="5026" extrusionOk="0">
                  <a:moveTo>
                    <a:pt x="1" y="1"/>
                  </a:moveTo>
                  <a:lnTo>
                    <a:pt x="1" y="1691"/>
                  </a:lnTo>
                  <a:lnTo>
                    <a:pt x="5763" y="5025"/>
                  </a:lnTo>
                  <a:lnTo>
                    <a:pt x="5763" y="3334"/>
                  </a:lnTo>
                  <a:lnTo>
                    <a:pt x="1" y="1"/>
                  </a:ln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p:cNvSpPr/>
            <p:nvPr/>
          </p:nvSpPr>
          <p:spPr>
            <a:xfrm>
              <a:off x="867539" y="705746"/>
              <a:ext cx="491750" cy="285287"/>
            </a:xfrm>
            <a:custGeom>
              <a:avLst/>
              <a:gdLst/>
              <a:ahLst/>
              <a:cxnLst/>
              <a:rect l="l" t="t" r="r" b="b"/>
              <a:pathLst>
                <a:path w="15372" h="8918" extrusionOk="0">
                  <a:moveTo>
                    <a:pt x="9609" y="0"/>
                  </a:moveTo>
                  <a:lnTo>
                    <a:pt x="1" y="5584"/>
                  </a:lnTo>
                  <a:lnTo>
                    <a:pt x="5763" y="8918"/>
                  </a:lnTo>
                  <a:lnTo>
                    <a:pt x="15372" y="3334"/>
                  </a:lnTo>
                  <a:lnTo>
                    <a:pt x="9609" y="0"/>
                  </a:lnTo>
                  <a:close/>
                </a:path>
              </a:pathLst>
            </a:custGeom>
            <a:gradFill>
              <a:gsLst>
                <a:gs pos="0">
                  <a:schemeClr val="dk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p:cNvSpPr/>
            <p:nvPr/>
          </p:nvSpPr>
          <p:spPr>
            <a:xfrm>
              <a:off x="1051895" y="812367"/>
              <a:ext cx="307392" cy="232759"/>
            </a:xfrm>
            <a:custGeom>
              <a:avLst/>
              <a:gdLst/>
              <a:ahLst/>
              <a:cxnLst/>
              <a:rect l="l" t="t" r="r" b="b"/>
              <a:pathLst>
                <a:path w="9609" h="7276" extrusionOk="0">
                  <a:moveTo>
                    <a:pt x="9609" y="1"/>
                  </a:moveTo>
                  <a:lnTo>
                    <a:pt x="0" y="5585"/>
                  </a:lnTo>
                  <a:lnTo>
                    <a:pt x="0" y="7275"/>
                  </a:lnTo>
                  <a:lnTo>
                    <a:pt x="9609" y="1691"/>
                  </a:lnTo>
                  <a:lnTo>
                    <a:pt x="9609" y="1"/>
                  </a:ln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3"/>
            <p:cNvSpPr/>
            <p:nvPr/>
          </p:nvSpPr>
          <p:spPr>
            <a:xfrm>
              <a:off x="867539" y="884376"/>
              <a:ext cx="184390" cy="160750"/>
            </a:xfrm>
            <a:custGeom>
              <a:avLst/>
              <a:gdLst/>
              <a:ahLst/>
              <a:cxnLst/>
              <a:rect l="l" t="t" r="r" b="b"/>
              <a:pathLst>
                <a:path w="5764" h="5025" extrusionOk="0">
                  <a:moveTo>
                    <a:pt x="1" y="0"/>
                  </a:moveTo>
                  <a:lnTo>
                    <a:pt x="1" y="1691"/>
                  </a:lnTo>
                  <a:lnTo>
                    <a:pt x="5763" y="5024"/>
                  </a:lnTo>
                  <a:lnTo>
                    <a:pt x="5763" y="3334"/>
                  </a:lnTo>
                  <a:lnTo>
                    <a:pt x="1" y="0"/>
                  </a:ln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3"/>
            <p:cNvSpPr/>
            <p:nvPr/>
          </p:nvSpPr>
          <p:spPr>
            <a:xfrm>
              <a:off x="867539" y="598708"/>
              <a:ext cx="491750" cy="284935"/>
            </a:xfrm>
            <a:custGeom>
              <a:avLst/>
              <a:gdLst/>
              <a:ahLst/>
              <a:cxnLst/>
              <a:rect l="l" t="t" r="r" b="b"/>
              <a:pathLst>
                <a:path w="15372" h="8907" extrusionOk="0">
                  <a:moveTo>
                    <a:pt x="9609" y="0"/>
                  </a:moveTo>
                  <a:lnTo>
                    <a:pt x="1" y="5584"/>
                  </a:lnTo>
                  <a:lnTo>
                    <a:pt x="5763" y="8906"/>
                  </a:lnTo>
                  <a:lnTo>
                    <a:pt x="15372" y="3334"/>
                  </a:lnTo>
                  <a:lnTo>
                    <a:pt x="9609" y="0"/>
                  </a:lnTo>
                  <a:close/>
                </a:path>
              </a:pathLst>
            </a:custGeom>
            <a:gradFill>
              <a:gsLst>
                <a:gs pos="0">
                  <a:schemeClr val="dk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p:cNvSpPr/>
            <p:nvPr/>
          </p:nvSpPr>
          <p:spPr>
            <a:xfrm>
              <a:off x="1051895" y="705362"/>
              <a:ext cx="307392" cy="232343"/>
            </a:xfrm>
            <a:custGeom>
              <a:avLst/>
              <a:gdLst/>
              <a:ahLst/>
              <a:cxnLst/>
              <a:rect l="l" t="t" r="r" b="b"/>
              <a:pathLst>
                <a:path w="9609" h="7263" extrusionOk="0">
                  <a:moveTo>
                    <a:pt x="9609" y="0"/>
                  </a:moveTo>
                  <a:lnTo>
                    <a:pt x="0" y="5572"/>
                  </a:lnTo>
                  <a:lnTo>
                    <a:pt x="0" y="7263"/>
                  </a:lnTo>
                  <a:lnTo>
                    <a:pt x="9609" y="1679"/>
                  </a:lnTo>
                  <a:lnTo>
                    <a:pt x="9609" y="0"/>
                  </a:ln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p:cNvSpPr/>
            <p:nvPr/>
          </p:nvSpPr>
          <p:spPr>
            <a:xfrm>
              <a:off x="867539" y="777339"/>
              <a:ext cx="184390" cy="160366"/>
            </a:xfrm>
            <a:custGeom>
              <a:avLst/>
              <a:gdLst/>
              <a:ahLst/>
              <a:cxnLst/>
              <a:rect l="l" t="t" r="r" b="b"/>
              <a:pathLst>
                <a:path w="5764" h="5013" extrusionOk="0">
                  <a:moveTo>
                    <a:pt x="1" y="0"/>
                  </a:moveTo>
                  <a:lnTo>
                    <a:pt x="1" y="1691"/>
                  </a:lnTo>
                  <a:lnTo>
                    <a:pt x="5763" y="5013"/>
                  </a:lnTo>
                  <a:lnTo>
                    <a:pt x="5763" y="3322"/>
                  </a:lnTo>
                  <a:lnTo>
                    <a:pt x="1" y="0"/>
                  </a:ln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3"/>
          <p:cNvGrpSpPr/>
          <p:nvPr/>
        </p:nvGrpSpPr>
        <p:grpSpPr>
          <a:xfrm>
            <a:off x="7725463" y="1166334"/>
            <a:ext cx="1645688" cy="2171872"/>
            <a:chOff x="683950" y="1497553"/>
            <a:chExt cx="701636" cy="925974"/>
          </a:xfrm>
        </p:grpSpPr>
        <p:sp>
          <p:nvSpPr>
            <p:cNvPr id="420" name="Google Shape;420;p33"/>
            <p:cNvSpPr/>
            <p:nvPr/>
          </p:nvSpPr>
          <p:spPr>
            <a:xfrm>
              <a:off x="913252" y="2289041"/>
              <a:ext cx="339766" cy="134486"/>
            </a:xfrm>
            <a:custGeom>
              <a:avLst/>
              <a:gdLst/>
              <a:ahLst/>
              <a:cxnLst/>
              <a:rect l="l" t="t" r="r" b="b"/>
              <a:pathLst>
                <a:path w="10621" h="4204" extrusionOk="0">
                  <a:moveTo>
                    <a:pt x="10609" y="0"/>
                  </a:moveTo>
                  <a:cubicBezTo>
                    <a:pt x="10609" y="24"/>
                    <a:pt x="10609" y="48"/>
                    <a:pt x="10597" y="84"/>
                  </a:cubicBezTo>
                  <a:cubicBezTo>
                    <a:pt x="10573" y="167"/>
                    <a:pt x="10502" y="250"/>
                    <a:pt x="10394" y="310"/>
                  </a:cubicBezTo>
                  <a:lnTo>
                    <a:pt x="4453" y="3739"/>
                  </a:lnTo>
                  <a:cubicBezTo>
                    <a:pt x="4418" y="3763"/>
                    <a:pt x="4370" y="3774"/>
                    <a:pt x="4334" y="3798"/>
                  </a:cubicBezTo>
                  <a:lnTo>
                    <a:pt x="4310" y="3798"/>
                  </a:lnTo>
                  <a:cubicBezTo>
                    <a:pt x="4275" y="3810"/>
                    <a:pt x="4251" y="3822"/>
                    <a:pt x="4203" y="3834"/>
                  </a:cubicBezTo>
                  <a:lnTo>
                    <a:pt x="4191" y="3834"/>
                  </a:lnTo>
                  <a:cubicBezTo>
                    <a:pt x="4144" y="3846"/>
                    <a:pt x="4108" y="3858"/>
                    <a:pt x="4060" y="3858"/>
                  </a:cubicBezTo>
                  <a:lnTo>
                    <a:pt x="4048" y="3858"/>
                  </a:lnTo>
                  <a:cubicBezTo>
                    <a:pt x="4001" y="3870"/>
                    <a:pt x="3965" y="3870"/>
                    <a:pt x="3917" y="3870"/>
                  </a:cubicBezTo>
                  <a:lnTo>
                    <a:pt x="3894" y="3870"/>
                  </a:lnTo>
                  <a:cubicBezTo>
                    <a:pt x="3858" y="3870"/>
                    <a:pt x="3810" y="3870"/>
                    <a:pt x="3775" y="3858"/>
                  </a:cubicBezTo>
                  <a:lnTo>
                    <a:pt x="3751" y="3858"/>
                  </a:lnTo>
                  <a:cubicBezTo>
                    <a:pt x="3715" y="3858"/>
                    <a:pt x="3691" y="3846"/>
                    <a:pt x="3656" y="3846"/>
                  </a:cubicBezTo>
                  <a:cubicBezTo>
                    <a:pt x="3632" y="3834"/>
                    <a:pt x="3608" y="3834"/>
                    <a:pt x="3584" y="3822"/>
                  </a:cubicBezTo>
                  <a:cubicBezTo>
                    <a:pt x="3560" y="3810"/>
                    <a:pt x="3536" y="3810"/>
                    <a:pt x="3513" y="3798"/>
                  </a:cubicBezTo>
                  <a:cubicBezTo>
                    <a:pt x="3501" y="3798"/>
                    <a:pt x="3489" y="3798"/>
                    <a:pt x="3477" y="3786"/>
                  </a:cubicBezTo>
                  <a:cubicBezTo>
                    <a:pt x="3441" y="3774"/>
                    <a:pt x="3406" y="3763"/>
                    <a:pt x="3370" y="3739"/>
                  </a:cubicBezTo>
                  <a:lnTo>
                    <a:pt x="227" y="1905"/>
                  </a:lnTo>
                  <a:cubicBezTo>
                    <a:pt x="203" y="1893"/>
                    <a:pt x="191" y="1881"/>
                    <a:pt x="179" y="1869"/>
                  </a:cubicBezTo>
                  <a:cubicBezTo>
                    <a:pt x="155" y="1858"/>
                    <a:pt x="143" y="1846"/>
                    <a:pt x="119" y="1834"/>
                  </a:cubicBezTo>
                  <a:cubicBezTo>
                    <a:pt x="96" y="1810"/>
                    <a:pt x="84" y="1798"/>
                    <a:pt x="60" y="1774"/>
                  </a:cubicBezTo>
                  <a:cubicBezTo>
                    <a:pt x="60" y="1762"/>
                    <a:pt x="60" y="1762"/>
                    <a:pt x="48" y="1762"/>
                  </a:cubicBezTo>
                  <a:cubicBezTo>
                    <a:pt x="36" y="1739"/>
                    <a:pt x="24" y="1715"/>
                    <a:pt x="12" y="1691"/>
                  </a:cubicBezTo>
                  <a:cubicBezTo>
                    <a:pt x="12" y="1679"/>
                    <a:pt x="12" y="1679"/>
                    <a:pt x="12" y="1679"/>
                  </a:cubicBezTo>
                  <a:cubicBezTo>
                    <a:pt x="12" y="1655"/>
                    <a:pt x="0" y="1631"/>
                    <a:pt x="0" y="1596"/>
                  </a:cubicBezTo>
                  <a:lnTo>
                    <a:pt x="0" y="1929"/>
                  </a:lnTo>
                  <a:cubicBezTo>
                    <a:pt x="0" y="1953"/>
                    <a:pt x="0" y="1965"/>
                    <a:pt x="12" y="1977"/>
                  </a:cubicBezTo>
                  <a:cubicBezTo>
                    <a:pt x="12" y="1989"/>
                    <a:pt x="12" y="2000"/>
                    <a:pt x="12" y="2000"/>
                  </a:cubicBezTo>
                  <a:cubicBezTo>
                    <a:pt x="12" y="2012"/>
                    <a:pt x="12" y="2012"/>
                    <a:pt x="12" y="2012"/>
                  </a:cubicBezTo>
                  <a:cubicBezTo>
                    <a:pt x="24" y="2012"/>
                    <a:pt x="24" y="2024"/>
                    <a:pt x="24" y="2024"/>
                  </a:cubicBezTo>
                  <a:cubicBezTo>
                    <a:pt x="24" y="2036"/>
                    <a:pt x="36" y="2048"/>
                    <a:pt x="36" y="2060"/>
                  </a:cubicBezTo>
                  <a:cubicBezTo>
                    <a:pt x="48" y="2072"/>
                    <a:pt x="48" y="2084"/>
                    <a:pt x="48" y="2084"/>
                  </a:cubicBezTo>
                  <a:cubicBezTo>
                    <a:pt x="60" y="2096"/>
                    <a:pt x="60" y="2096"/>
                    <a:pt x="60" y="2096"/>
                  </a:cubicBezTo>
                  <a:cubicBezTo>
                    <a:pt x="60" y="2108"/>
                    <a:pt x="72" y="2108"/>
                    <a:pt x="72" y="2108"/>
                  </a:cubicBezTo>
                  <a:cubicBezTo>
                    <a:pt x="84" y="2131"/>
                    <a:pt x="96" y="2143"/>
                    <a:pt x="119" y="2155"/>
                  </a:cubicBezTo>
                  <a:cubicBezTo>
                    <a:pt x="119" y="2167"/>
                    <a:pt x="119" y="2167"/>
                    <a:pt x="119" y="2167"/>
                  </a:cubicBezTo>
                  <a:cubicBezTo>
                    <a:pt x="143" y="2179"/>
                    <a:pt x="155" y="2191"/>
                    <a:pt x="179" y="2203"/>
                  </a:cubicBezTo>
                  <a:cubicBezTo>
                    <a:pt x="191" y="2215"/>
                    <a:pt x="203" y="2227"/>
                    <a:pt x="215" y="2227"/>
                  </a:cubicBezTo>
                  <a:cubicBezTo>
                    <a:pt x="215" y="2227"/>
                    <a:pt x="215" y="2239"/>
                    <a:pt x="227" y="2239"/>
                  </a:cubicBezTo>
                  <a:lnTo>
                    <a:pt x="3370" y="4072"/>
                  </a:lnTo>
                  <a:cubicBezTo>
                    <a:pt x="3406" y="4084"/>
                    <a:pt x="3441" y="4108"/>
                    <a:pt x="3477" y="4120"/>
                  </a:cubicBezTo>
                  <a:cubicBezTo>
                    <a:pt x="3489" y="4120"/>
                    <a:pt x="3501" y="4120"/>
                    <a:pt x="3513" y="4132"/>
                  </a:cubicBezTo>
                  <a:cubicBezTo>
                    <a:pt x="3525" y="4132"/>
                    <a:pt x="3525" y="4144"/>
                    <a:pt x="3536" y="4144"/>
                  </a:cubicBezTo>
                  <a:cubicBezTo>
                    <a:pt x="3548" y="4144"/>
                    <a:pt x="3572" y="4144"/>
                    <a:pt x="3584" y="4155"/>
                  </a:cubicBezTo>
                  <a:cubicBezTo>
                    <a:pt x="3608" y="4155"/>
                    <a:pt x="3632" y="4167"/>
                    <a:pt x="3656" y="4167"/>
                  </a:cubicBezTo>
                  <a:cubicBezTo>
                    <a:pt x="3667" y="4167"/>
                    <a:pt x="3679" y="4179"/>
                    <a:pt x="3679" y="4179"/>
                  </a:cubicBezTo>
                  <a:cubicBezTo>
                    <a:pt x="3703" y="4179"/>
                    <a:pt x="3727" y="4179"/>
                    <a:pt x="3751" y="4191"/>
                  </a:cubicBezTo>
                  <a:lnTo>
                    <a:pt x="3775" y="4191"/>
                  </a:lnTo>
                  <a:cubicBezTo>
                    <a:pt x="3810" y="4191"/>
                    <a:pt x="3834" y="4191"/>
                    <a:pt x="3870" y="4203"/>
                  </a:cubicBezTo>
                  <a:lnTo>
                    <a:pt x="3941" y="4203"/>
                  </a:lnTo>
                  <a:cubicBezTo>
                    <a:pt x="3965" y="4203"/>
                    <a:pt x="3989" y="4191"/>
                    <a:pt x="4013" y="4191"/>
                  </a:cubicBezTo>
                  <a:lnTo>
                    <a:pt x="4096" y="4191"/>
                  </a:lnTo>
                  <a:cubicBezTo>
                    <a:pt x="4120" y="4179"/>
                    <a:pt x="4144" y="4179"/>
                    <a:pt x="4168" y="4167"/>
                  </a:cubicBezTo>
                  <a:lnTo>
                    <a:pt x="4203" y="4167"/>
                  </a:lnTo>
                  <a:cubicBezTo>
                    <a:pt x="4227" y="4155"/>
                    <a:pt x="4239" y="4155"/>
                    <a:pt x="4251" y="4155"/>
                  </a:cubicBezTo>
                  <a:cubicBezTo>
                    <a:pt x="4275" y="4144"/>
                    <a:pt x="4287" y="4144"/>
                    <a:pt x="4310" y="4132"/>
                  </a:cubicBezTo>
                  <a:cubicBezTo>
                    <a:pt x="4322" y="4132"/>
                    <a:pt x="4322" y="4132"/>
                    <a:pt x="4334" y="4120"/>
                  </a:cubicBezTo>
                  <a:cubicBezTo>
                    <a:pt x="4382" y="4108"/>
                    <a:pt x="4418" y="4096"/>
                    <a:pt x="4441" y="4072"/>
                  </a:cubicBezTo>
                  <a:lnTo>
                    <a:pt x="10394" y="643"/>
                  </a:lnTo>
                  <a:cubicBezTo>
                    <a:pt x="10537" y="548"/>
                    <a:pt x="10621" y="441"/>
                    <a:pt x="10621" y="322"/>
                  </a:cubicBezTo>
                  <a:lnTo>
                    <a:pt x="106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p:cNvSpPr/>
            <p:nvPr/>
          </p:nvSpPr>
          <p:spPr>
            <a:xfrm>
              <a:off x="910949" y="2216201"/>
              <a:ext cx="344372" cy="196451"/>
            </a:xfrm>
            <a:custGeom>
              <a:avLst/>
              <a:gdLst/>
              <a:ahLst/>
              <a:cxnLst/>
              <a:rect l="l" t="t" r="r" b="b"/>
              <a:pathLst>
                <a:path w="10765" h="6141" extrusionOk="0">
                  <a:moveTo>
                    <a:pt x="6776" y="0"/>
                  </a:moveTo>
                  <a:cubicBezTo>
                    <a:pt x="6582" y="0"/>
                    <a:pt x="6389" y="45"/>
                    <a:pt x="6240" y="134"/>
                  </a:cubicBezTo>
                  <a:lnTo>
                    <a:pt x="299" y="3563"/>
                  </a:lnTo>
                  <a:cubicBezTo>
                    <a:pt x="1" y="3730"/>
                    <a:pt x="1" y="4016"/>
                    <a:pt x="299" y="4182"/>
                  </a:cubicBezTo>
                  <a:lnTo>
                    <a:pt x="3442" y="6016"/>
                  </a:lnTo>
                  <a:cubicBezTo>
                    <a:pt x="3591" y="6099"/>
                    <a:pt x="3787" y="6141"/>
                    <a:pt x="3984" y="6141"/>
                  </a:cubicBezTo>
                  <a:cubicBezTo>
                    <a:pt x="4180" y="6141"/>
                    <a:pt x="4376" y="6099"/>
                    <a:pt x="4525" y="6016"/>
                  </a:cubicBezTo>
                  <a:lnTo>
                    <a:pt x="10466" y="2587"/>
                  </a:lnTo>
                  <a:cubicBezTo>
                    <a:pt x="10764" y="2408"/>
                    <a:pt x="10764" y="2134"/>
                    <a:pt x="10466" y="1968"/>
                  </a:cubicBezTo>
                  <a:lnTo>
                    <a:pt x="7311" y="134"/>
                  </a:lnTo>
                  <a:cubicBezTo>
                    <a:pt x="7162" y="45"/>
                    <a:pt x="6969" y="0"/>
                    <a:pt x="6776" y="0"/>
                  </a:cubicBezTo>
                  <a:close/>
                </a:path>
              </a:pathLst>
            </a:custGeom>
            <a:gradFill>
              <a:gsLst>
                <a:gs pos="0">
                  <a:schemeClr val="dk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p:cNvSpPr/>
            <p:nvPr/>
          </p:nvSpPr>
          <p:spPr>
            <a:xfrm>
              <a:off x="1017986" y="2130213"/>
              <a:ext cx="123066" cy="229688"/>
            </a:xfrm>
            <a:custGeom>
              <a:avLst/>
              <a:gdLst/>
              <a:ahLst/>
              <a:cxnLst/>
              <a:rect l="l" t="t" r="r" b="b"/>
              <a:pathLst>
                <a:path w="3847" h="7180" extrusionOk="0">
                  <a:moveTo>
                    <a:pt x="3822" y="0"/>
                  </a:moveTo>
                  <a:lnTo>
                    <a:pt x="1" y="2203"/>
                  </a:lnTo>
                  <a:lnTo>
                    <a:pt x="12" y="7180"/>
                  </a:lnTo>
                  <a:lnTo>
                    <a:pt x="3846" y="4977"/>
                  </a:lnTo>
                  <a:lnTo>
                    <a:pt x="3822" y="0"/>
                  </a:lnTo>
                  <a:close/>
                </a:path>
              </a:pathLst>
            </a:custGeom>
            <a:gradFill>
              <a:gsLst>
                <a:gs pos="0">
                  <a:schemeClr val="dk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3"/>
            <p:cNvSpPr/>
            <p:nvPr/>
          </p:nvSpPr>
          <p:spPr>
            <a:xfrm>
              <a:off x="1005798" y="2193808"/>
              <a:ext cx="12604" cy="166092"/>
            </a:xfrm>
            <a:custGeom>
              <a:avLst/>
              <a:gdLst/>
              <a:ahLst/>
              <a:cxnLst/>
              <a:rect l="l" t="t" r="r" b="b"/>
              <a:pathLst>
                <a:path w="394" h="5192" extrusionOk="0">
                  <a:moveTo>
                    <a:pt x="1" y="1"/>
                  </a:moveTo>
                  <a:lnTo>
                    <a:pt x="12" y="4977"/>
                  </a:lnTo>
                  <a:lnTo>
                    <a:pt x="393" y="5192"/>
                  </a:lnTo>
                  <a:lnTo>
                    <a:pt x="382" y="21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3"/>
            <p:cNvSpPr/>
            <p:nvPr/>
          </p:nvSpPr>
          <p:spPr>
            <a:xfrm>
              <a:off x="1005798" y="2122983"/>
              <a:ext cx="134486" cy="77704"/>
            </a:xfrm>
            <a:custGeom>
              <a:avLst/>
              <a:gdLst/>
              <a:ahLst/>
              <a:cxnLst/>
              <a:rect l="l" t="t" r="r" b="b"/>
              <a:pathLst>
                <a:path w="4204" h="2429" extrusionOk="0">
                  <a:moveTo>
                    <a:pt x="382" y="2429"/>
                  </a:moveTo>
                  <a:lnTo>
                    <a:pt x="1" y="2215"/>
                  </a:lnTo>
                  <a:lnTo>
                    <a:pt x="3834" y="0"/>
                  </a:lnTo>
                  <a:lnTo>
                    <a:pt x="4203" y="226"/>
                  </a:lnTo>
                  <a:close/>
                </a:path>
              </a:pathLst>
            </a:custGeom>
            <a:solidFill>
              <a:srgbClr val="BCBA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p:cNvSpPr/>
            <p:nvPr/>
          </p:nvSpPr>
          <p:spPr>
            <a:xfrm>
              <a:off x="683950" y="1497553"/>
              <a:ext cx="692871" cy="911107"/>
            </a:xfrm>
            <a:custGeom>
              <a:avLst/>
              <a:gdLst/>
              <a:ahLst/>
              <a:cxnLst/>
              <a:rect l="l" t="t" r="r" b="b"/>
              <a:pathLst>
                <a:path w="21659" h="28481" extrusionOk="0">
                  <a:moveTo>
                    <a:pt x="20546" y="1"/>
                  </a:moveTo>
                  <a:cubicBezTo>
                    <a:pt x="20442" y="1"/>
                    <a:pt x="20324" y="33"/>
                    <a:pt x="20194" y="108"/>
                  </a:cubicBezTo>
                  <a:lnTo>
                    <a:pt x="775" y="11324"/>
                  </a:lnTo>
                  <a:cubicBezTo>
                    <a:pt x="346" y="11574"/>
                    <a:pt x="1" y="12169"/>
                    <a:pt x="1" y="12669"/>
                  </a:cubicBezTo>
                  <a:lnTo>
                    <a:pt x="36" y="27445"/>
                  </a:lnTo>
                  <a:cubicBezTo>
                    <a:pt x="36" y="27695"/>
                    <a:pt x="132" y="27874"/>
                    <a:pt x="275" y="27945"/>
                  </a:cubicBezTo>
                  <a:lnTo>
                    <a:pt x="1175" y="28478"/>
                  </a:lnTo>
                  <a:lnTo>
                    <a:pt x="1175" y="28478"/>
                  </a:lnTo>
                  <a:cubicBezTo>
                    <a:pt x="1035" y="28394"/>
                    <a:pt x="953" y="28217"/>
                    <a:pt x="953" y="27981"/>
                  </a:cubicBezTo>
                  <a:lnTo>
                    <a:pt x="906" y="13193"/>
                  </a:lnTo>
                  <a:cubicBezTo>
                    <a:pt x="906" y="12705"/>
                    <a:pt x="1251" y="12098"/>
                    <a:pt x="1680" y="11848"/>
                  </a:cubicBezTo>
                  <a:lnTo>
                    <a:pt x="21099" y="632"/>
                  </a:lnTo>
                  <a:cubicBezTo>
                    <a:pt x="21228" y="564"/>
                    <a:pt x="21346" y="531"/>
                    <a:pt x="21451" y="531"/>
                  </a:cubicBezTo>
                  <a:cubicBezTo>
                    <a:pt x="21528" y="531"/>
                    <a:pt x="21597" y="549"/>
                    <a:pt x="21658" y="584"/>
                  </a:cubicBezTo>
                  <a:lnTo>
                    <a:pt x="20753" y="49"/>
                  </a:lnTo>
                  <a:cubicBezTo>
                    <a:pt x="20693" y="18"/>
                    <a:pt x="20623" y="1"/>
                    <a:pt x="20546" y="1"/>
                  </a:cubicBezTo>
                  <a:close/>
                  <a:moveTo>
                    <a:pt x="1175" y="28478"/>
                  </a:moveTo>
                  <a:cubicBezTo>
                    <a:pt x="1177" y="28479"/>
                    <a:pt x="1178" y="28480"/>
                    <a:pt x="1179" y="28481"/>
                  </a:cubicBezTo>
                  <a:lnTo>
                    <a:pt x="1175" y="28478"/>
                  </a:ln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p:cNvSpPr/>
            <p:nvPr/>
          </p:nvSpPr>
          <p:spPr>
            <a:xfrm>
              <a:off x="712901" y="1514316"/>
              <a:ext cx="672686" cy="895880"/>
            </a:xfrm>
            <a:custGeom>
              <a:avLst/>
              <a:gdLst/>
              <a:ahLst/>
              <a:cxnLst/>
              <a:rect l="l" t="t" r="r" b="b"/>
              <a:pathLst>
                <a:path w="21028" h="28005" extrusionOk="0">
                  <a:moveTo>
                    <a:pt x="20548" y="1"/>
                  </a:moveTo>
                  <a:cubicBezTo>
                    <a:pt x="20442" y="1"/>
                    <a:pt x="20322" y="35"/>
                    <a:pt x="20194" y="108"/>
                  </a:cubicBezTo>
                  <a:lnTo>
                    <a:pt x="775" y="11324"/>
                  </a:lnTo>
                  <a:cubicBezTo>
                    <a:pt x="346" y="11574"/>
                    <a:pt x="1" y="12181"/>
                    <a:pt x="1" y="12669"/>
                  </a:cubicBezTo>
                  <a:lnTo>
                    <a:pt x="48" y="27457"/>
                  </a:lnTo>
                  <a:cubicBezTo>
                    <a:pt x="48" y="27802"/>
                    <a:pt x="221" y="28005"/>
                    <a:pt x="474" y="28005"/>
                  </a:cubicBezTo>
                  <a:cubicBezTo>
                    <a:pt x="579" y="28005"/>
                    <a:pt x="697" y="27970"/>
                    <a:pt x="822" y="27897"/>
                  </a:cubicBezTo>
                  <a:lnTo>
                    <a:pt x="20241" y="16682"/>
                  </a:lnTo>
                  <a:cubicBezTo>
                    <a:pt x="20682" y="16443"/>
                    <a:pt x="21027" y="15836"/>
                    <a:pt x="21027" y="15336"/>
                  </a:cubicBezTo>
                  <a:lnTo>
                    <a:pt x="20979" y="561"/>
                  </a:lnTo>
                  <a:cubicBezTo>
                    <a:pt x="20979" y="206"/>
                    <a:pt x="20806" y="1"/>
                    <a:pt x="20548" y="1"/>
                  </a:cubicBezTo>
                  <a:close/>
                </a:path>
              </a:pathLst>
            </a:custGeom>
            <a:gradFill>
              <a:gsLst>
                <a:gs pos="0">
                  <a:schemeClr val="dk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3"/>
            <p:cNvSpPr/>
            <p:nvPr/>
          </p:nvSpPr>
          <p:spPr>
            <a:xfrm>
              <a:off x="714052" y="1909676"/>
              <a:ext cx="671534" cy="500516"/>
            </a:xfrm>
            <a:custGeom>
              <a:avLst/>
              <a:gdLst/>
              <a:ahLst/>
              <a:cxnLst/>
              <a:rect l="l" t="t" r="r" b="b"/>
              <a:pathLst>
                <a:path w="20992" h="15646" extrusionOk="0">
                  <a:moveTo>
                    <a:pt x="20979" y="1"/>
                  </a:moveTo>
                  <a:lnTo>
                    <a:pt x="0" y="12109"/>
                  </a:lnTo>
                  <a:lnTo>
                    <a:pt x="12" y="15098"/>
                  </a:lnTo>
                  <a:cubicBezTo>
                    <a:pt x="12" y="15443"/>
                    <a:pt x="185" y="15646"/>
                    <a:pt x="438" y="15646"/>
                  </a:cubicBezTo>
                  <a:cubicBezTo>
                    <a:pt x="543" y="15646"/>
                    <a:pt x="661" y="15611"/>
                    <a:pt x="786" y="15538"/>
                  </a:cubicBezTo>
                  <a:lnTo>
                    <a:pt x="20205" y="4323"/>
                  </a:lnTo>
                  <a:cubicBezTo>
                    <a:pt x="20646" y="4073"/>
                    <a:pt x="20991" y="3477"/>
                    <a:pt x="20991" y="2977"/>
                  </a:cubicBezTo>
                  <a:lnTo>
                    <a:pt x="20979" y="1"/>
                  </a:ln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3"/>
            <p:cNvSpPr/>
            <p:nvPr/>
          </p:nvSpPr>
          <p:spPr>
            <a:xfrm>
              <a:off x="748697" y="1576824"/>
              <a:ext cx="606786" cy="639864"/>
            </a:xfrm>
            <a:custGeom>
              <a:avLst/>
              <a:gdLst/>
              <a:ahLst/>
              <a:cxnLst/>
              <a:rect l="l" t="t" r="r" b="b"/>
              <a:pathLst>
                <a:path w="18968" h="20002" extrusionOk="0">
                  <a:moveTo>
                    <a:pt x="18503" y="0"/>
                  </a:moveTo>
                  <a:cubicBezTo>
                    <a:pt x="18409" y="0"/>
                    <a:pt x="18304" y="31"/>
                    <a:pt x="18194" y="95"/>
                  </a:cubicBezTo>
                  <a:lnTo>
                    <a:pt x="775" y="10120"/>
                  </a:lnTo>
                  <a:cubicBezTo>
                    <a:pt x="346" y="10358"/>
                    <a:pt x="1" y="11025"/>
                    <a:pt x="1" y="11596"/>
                  </a:cubicBezTo>
                  <a:lnTo>
                    <a:pt x="1" y="19323"/>
                  </a:lnTo>
                  <a:cubicBezTo>
                    <a:pt x="1" y="19748"/>
                    <a:pt x="191" y="20002"/>
                    <a:pt x="465" y="20002"/>
                  </a:cubicBezTo>
                  <a:cubicBezTo>
                    <a:pt x="560" y="20002"/>
                    <a:pt x="664" y="19971"/>
                    <a:pt x="775" y="19907"/>
                  </a:cubicBezTo>
                  <a:lnTo>
                    <a:pt x="18194" y="9894"/>
                  </a:lnTo>
                  <a:cubicBezTo>
                    <a:pt x="18622" y="9644"/>
                    <a:pt x="18967" y="8977"/>
                    <a:pt x="18967" y="8405"/>
                  </a:cubicBezTo>
                  <a:lnTo>
                    <a:pt x="18967" y="678"/>
                  </a:lnTo>
                  <a:cubicBezTo>
                    <a:pt x="18967" y="254"/>
                    <a:pt x="18777" y="0"/>
                    <a:pt x="185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p:cNvSpPr/>
            <p:nvPr/>
          </p:nvSpPr>
          <p:spPr>
            <a:xfrm>
              <a:off x="791371" y="1865338"/>
              <a:ext cx="204928" cy="289094"/>
            </a:xfrm>
            <a:custGeom>
              <a:avLst/>
              <a:gdLst/>
              <a:ahLst/>
              <a:cxnLst/>
              <a:rect l="l" t="t" r="r" b="b"/>
              <a:pathLst>
                <a:path w="6406" h="9037" extrusionOk="0">
                  <a:moveTo>
                    <a:pt x="6308" y="1"/>
                  </a:moveTo>
                  <a:cubicBezTo>
                    <a:pt x="6290" y="1"/>
                    <a:pt x="6271" y="6"/>
                    <a:pt x="6251" y="17"/>
                  </a:cubicBezTo>
                  <a:lnTo>
                    <a:pt x="167" y="3530"/>
                  </a:lnTo>
                  <a:cubicBezTo>
                    <a:pt x="72" y="3577"/>
                    <a:pt x="0" y="3720"/>
                    <a:pt x="0" y="3827"/>
                  </a:cubicBezTo>
                  <a:lnTo>
                    <a:pt x="0" y="8899"/>
                  </a:lnTo>
                  <a:cubicBezTo>
                    <a:pt x="0" y="8988"/>
                    <a:pt x="40" y="9037"/>
                    <a:pt x="99" y="9037"/>
                  </a:cubicBezTo>
                  <a:cubicBezTo>
                    <a:pt x="119" y="9037"/>
                    <a:pt x="142" y="9031"/>
                    <a:pt x="167" y="9019"/>
                  </a:cubicBezTo>
                  <a:lnTo>
                    <a:pt x="6251" y="5506"/>
                  </a:lnTo>
                  <a:cubicBezTo>
                    <a:pt x="6334" y="5459"/>
                    <a:pt x="6406" y="5328"/>
                    <a:pt x="6406" y="5209"/>
                  </a:cubicBezTo>
                  <a:lnTo>
                    <a:pt x="6406" y="136"/>
                  </a:lnTo>
                  <a:cubicBezTo>
                    <a:pt x="6406" y="55"/>
                    <a:pt x="6364" y="1"/>
                    <a:pt x="6308" y="1"/>
                  </a:cubicBez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p:cNvSpPr/>
            <p:nvPr/>
          </p:nvSpPr>
          <p:spPr>
            <a:xfrm>
              <a:off x="791755" y="1950815"/>
              <a:ext cx="204544" cy="203712"/>
            </a:xfrm>
            <a:custGeom>
              <a:avLst/>
              <a:gdLst/>
              <a:ahLst/>
              <a:cxnLst/>
              <a:rect l="l" t="t" r="r" b="b"/>
              <a:pathLst>
                <a:path w="6394" h="6368" extrusionOk="0">
                  <a:moveTo>
                    <a:pt x="6013" y="0"/>
                  </a:moveTo>
                  <a:lnTo>
                    <a:pt x="5513" y="727"/>
                  </a:lnTo>
                  <a:lnTo>
                    <a:pt x="5215" y="72"/>
                  </a:lnTo>
                  <a:lnTo>
                    <a:pt x="4870" y="715"/>
                  </a:lnTo>
                  <a:lnTo>
                    <a:pt x="4513" y="1798"/>
                  </a:lnTo>
                  <a:lnTo>
                    <a:pt x="4156" y="1417"/>
                  </a:lnTo>
                  <a:lnTo>
                    <a:pt x="3739" y="465"/>
                  </a:lnTo>
                  <a:lnTo>
                    <a:pt x="3096" y="2703"/>
                  </a:lnTo>
                  <a:lnTo>
                    <a:pt x="2679" y="2275"/>
                  </a:lnTo>
                  <a:lnTo>
                    <a:pt x="2334" y="2906"/>
                  </a:lnTo>
                  <a:lnTo>
                    <a:pt x="1834" y="2465"/>
                  </a:lnTo>
                  <a:lnTo>
                    <a:pt x="1322" y="3346"/>
                  </a:lnTo>
                  <a:lnTo>
                    <a:pt x="774" y="3370"/>
                  </a:lnTo>
                  <a:lnTo>
                    <a:pt x="179" y="4584"/>
                  </a:lnTo>
                  <a:lnTo>
                    <a:pt x="0" y="4846"/>
                  </a:lnTo>
                  <a:lnTo>
                    <a:pt x="0" y="6263"/>
                  </a:lnTo>
                  <a:cubicBezTo>
                    <a:pt x="0" y="6330"/>
                    <a:pt x="30" y="6368"/>
                    <a:pt x="80" y="6368"/>
                  </a:cubicBezTo>
                  <a:cubicBezTo>
                    <a:pt x="101" y="6368"/>
                    <a:pt x="127" y="6361"/>
                    <a:pt x="155" y="6347"/>
                  </a:cubicBezTo>
                  <a:lnTo>
                    <a:pt x="6239" y="2834"/>
                  </a:lnTo>
                  <a:cubicBezTo>
                    <a:pt x="6322" y="2787"/>
                    <a:pt x="6394" y="2667"/>
                    <a:pt x="6394" y="2560"/>
                  </a:cubicBezTo>
                  <a:lnTo>
                    <a:pt x="6394" y="512"/>
                  </a:lnTo>
                  <a:lnTo>
                    <a:pt x="6191" y="536"/>
                  </a:lnTo>
                  <a:lnTo>
                    <a:pt x="6013" y="0"/>
                  </a:ln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p:cNvSpPr/>
            <p:nvPr/>
          </p:nvSpPr>
          <p:spPr>
            <a:xfrm>
              <a:off x="1038171" y="1770617"/>
              <a:ext cx="292549" cy="177576"/>
            </a:xfrm>
            <a:custGeom>
              <a:avLst/>
              <a:gdLst/>
              <a:ahLst/>
              <a:cxnLst/>
              <a:rect l="l" t="t" r="r" b="b"/>
              <a:pathLst>
                <a:path w="9145" h="5551" extrusionOk="0">
                  <a:moveTo>
                    <a:pt x="9080" y="0"/>
                  </a:moveTo>
                  <a:cubicBezTo>
                    <a:pt x="9067" y="0"/>
                    <a:pt x="9053" y="5"/>
                    <a:pt x="9037" y="14"/>
                  </a:cubicBezTo>
                  <a:lnTo>
                    <a:pt x="120" y="5229"/>
                  </a:lnTo>
                  <a:cubicBezTo>
                    <a:pt x="60" y="5264"/>
                    <a:pt x="1" y="5360"/>
                    <a:pt x="1" y="5443"/>
                  </a:cubicBezTo>
                  <a:cubicBezTo>
                    <a:pt x="1" y="5507"/>
                    <a:pt x="36" y="5550"/>
                    <a:pt x="79" y="5550"/>
                  </a:cubicBezTo>
                  <a:cubicBezTo>
                    <a:pt x="92" y="5550"/>
                    <a:pt x="106" y="5546"/>
                    <a:pt x="120" y="5538"/>
                  </a:cubicBezTo>
                  <a:lnTo>
                    <a:pt x="9037" y="323"/>
                  </a:lnTo>
                  <a:cubicBezTo>
                    <a:pt x="9097" y="288"/>
                    <a:pt x="9145" y="192"/>
                    <a:pt x="9145" y="109"/>
                  </a:cubicBezTo>
                  <a:cubicBezTo>
                    <a:pt x="9145" y="38"/>
                    <a:pt x="9118" y="0"/>
                    <a:pt x="9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p:cNvSpPr/>
            <p:nvPr/>
          </p:nvSpPr>
          <p:spPr>
            <a:xfrm>
              <a:off x="1038171" y="1739363"/>
              <a:ext cx="292549" cy="177257"/>
            </a:xfrm>
            <a:custGeom>
              <a:avLst/>
              <a:gdLst/>
              <a:ahLst/>
              <a:cxnLst/>
              <a:rect l="l" t="t" r="r" b="b"/>
              <a:pathLst>
                <a:path w="9145" h="5541" extrusionOk="0">
                  <a:moveTo>
                    <a:pt x="9081" y="1"/>
                  </a:moveTo>
                  <a:cubicBezTo>
                    <a:pt x="9068" y="1"/>
                    <a:pt x="9053" y="5"/>
                    <a:pt x="9037" y="14"/>
                  </a:cubicBezTo>
                  <a:lnTo>
                    <a:pt x="120" y="5217"/>
                  </a:lnTo>
                  <a:cubicBezTo>
                    <a:pt x="60" y="5265"/>
                    <a:pt x="1" y="5360"/>
                    <a:pt x="1" y="5444"/>
                  </a:cubicBezTo>
                  <a:cubicBezTo>
                    <a:pt x="1" y="5505"/>
                    <a:pt x="33" y="5541"/>
                    <a:pt x="74" y="5541"/>
                  </a:cubicBezTo>
                  <a:cubicBezTo>
                    <a:pt x="89" y="5541"/>
                    <a:pt x="104" y="5536"/>
                    <a:pt x="120" y="5527"/>
                  </a:cubicBezTo>
                  <a:lnTo>
                    <a:pt x="9037" y="312"/>
                  </a:lnTo>
                  <a:cubicBezTo>
                    <a:pt x="9097" y="288"/>
                    <a:pt x="9145" y="181"/>
                    <a:pt x="9145" y="98"/>
                  </a:cubicBezTo>
                  <a:cubicBezTo>
                    <a:pt x="9145" y="36"/>
                    <a:pt x="9119" y="1"/>
                    <a:pt x="90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p:cNvSpPr/>
            <p:nvPr/>
          </p:nvSpPr>
          <p:spPr>
            <a:xfrm>
              <a:off x="1038171" y="1708141"/>
              <a:ext cx="292549" cy="177257"/>
            </a:xfrm>
            <a:custGeom>
              <a:avLst/>
              <a:gdLst/>
              <a:ahLst/>
              <a:cxnLst/>
              <a:rect l="l" t="t" r="r" b="b"/>
              <a:pathLst>
                <a:path w="9145" h="5541" extrusionOk="0">
                  <a:moveTo>
                    <a:pt x="9081" y="0"/>
                  </a:moveTo>
                  <a:cubicBezTo>
                    <a:pt x="9068" y="0"/>
                    <a:pt x="9053" y="5"/>
                    <a:pt x="9037" y="14"/>
                  </a:cubicBezTo>
                  <a:lnTo>
                    <a:pt x="120" y="5217"/>
                  </a:lnTo>
                  <a:cubicBezTo>
                    <a:pt x="60" y="5253"/>
                    <a:pt x="1" y="5348"/>
                    <a:pt x="1" y="5431"/>
                  </a:cubicBezTo>
                  <a:cubicBezTo>
                    <a:pt x="1" y="5502"/>
                    <a:pt x="34" y="5540"/>
                    <a:pt x="75" y="5540"/>
                  </a:cubicBezTo>
                  <a:cubicBezTo>
                    <a:pt x="89" y="5540"/>
                    <a:pt x="104" y="5536"/>
                    <a:pt x="120" y="5527"/>
                  </a:cubicBezTo>
                  <a:lnTo>
                    <a:pt x="9037" y="312"/>
                  </a:lnTo>
                  <a:cubicBezTo>
                    <a:pt x="9097" y="276"/>
                    <a:pt x="9145" y="181"/>
                    <a:pt x="9145" y="97"/>
                  </a:cubicBezTo>
                  <a:cubicBezTo>
                    <a:pt x="9145" y="36"/>
                    <a:pt x="9119" y="0"/>
                    <a:pt x="90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3"/>
            <p:cNvSpPr/>
            <p:nvPr/>
          </p:nvSpPr>
          <p:spPr>
            <a:xfrm>
              <a:off x="1038171" y="1676536"/>
              <a:ext cx="292549" cy="177257"/>
            </a:xfrm>
            <a:custGeom>
              <a:avLst/>
              <a:gdLst/>
              <a:ahLst/>
              <a:cxnLst/>
              <a:rect l="l" t="t" r="r" b="b"/>
              <a:pathLst>
                <a:path w="9145" h="5541" extrusionOk="0">
                  <a:moveTo>
                    <a:pt x="9081" y="0"/>
                  </a:moveTo>
                  <a:cubicBezTo>
                    <a:pt x="9068" y="0"/>
                    <a:pt x="9053" y="5"/>
                    <a:pt x="9037" y="14"/>
                  </a:cubicBezTo>
                  <a:lnTo>
                    <a:pt x="120" y="5229"/>
                  </a:lnTo>
                  <a:cubicBezTo>
                    <a:pt x="60" y="5265"/>
                    <a:pt x="1" y="5360"/>
                    <a:pt x="1" y="5443"/>
                  </a:cubicBezTo>
                  <a:cubicBezTo>
                    <a:pt x="1" y="5505"/>
                    <a:pt x="33" y="5540"/>
                    <a:pt x="74" y="5540"/>
                  </a:cubicBezTo>
                  <a:cubicBezTo>
                    <a:pt x="89" y="5540"/>
                    <a:pt x="104" y="5536"/>
                    <a:pt x="120" y="5526"/>
                  </a:cubicBezTo>
                  <a:lnTo>
                    <a:pt x="9037" y="323"/>
                  </a:lnTo>
                  <a:cubicBezTo>
                    <a:pt x="9097" y="288"/>
                    <a:pt x="9145" y="181"/>
                    <a:pt x="9145" y="97"/>
                  </a:cubicBezTo>
                  <a:cubicBezTo>
                    <a:pt x="9145" y="36"/>
                    <a:pt x="9119" y="0"/>
                    <a:pt x="90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3"/>
            <p:cNvSpPr/>
            <p:nvPr/>
          </p:nvSpPr>
          <p:spPr>
            <a:xfrm>
              <a:off x="1038171" y="1832293"/>
              <a:ext cx="292549" cy="177257"/>
            </a:xfrm>
            <a:custGeom>
              <a:avLst/>
              <a:gdLst/>
              <a:ahLst/>
              <a:cxnLst/>
              <a:rect l="l" t="t" r="r" b="b"/>
              <a:pathLst>
                <a:path w="9145" h="5541" extrusionOk="0">
                  <a:moveTo>
                    <a:pt x="9081" y="1"/>
                  </a:moveTo>
                  <a:cubicBezTo>
                    <a:pt x="9068" y="1"/>
                    <a:pt x="9053" y="5"/>
                    <a:pt x="9037" y="15"/>
                  </a:cubicBezTo>
                  <a:lnTo>
                    <a:pt x="120" y="5229"/>
                  </a:lnTo>
                  <a:cubicBezTo>
                    <a:pt x="60" y="5265"/>
                    <a:pt x="1" y="5360"/>
                    <a:pt x="1" y="5444"/>
                  </a:cubicBezTo>
                  <a:cubicBezTo>
                    <a:pt x="1" y="5505"/>
                    <a:pt x="33" y="5541"/>
                    <a:pt x="74" y="5541"/>
                  </a:cubicBezTo>
                  <a:cubicBezTo>
                    <a:pt x="89" y="5541"/>
                    <a:pt x="104" y="5536"/>
                    <a:pt x="120" y="5527"/>
                  </a:cubicBezTo>
                  <a:lnTo>
                    <a:pt x="9037" y="324"/>
                  </a:lnTo>
                  <a:cubicBezTo>
                    <a:pt x="9097" y="288"/>
                    <a:pt x="9145" y="181"/>
                    <a:pt x="9145" y="98"/>
                  </a:cubicBezTo>
                  <a:cubicBezTo>
                    <a:pt x="9145" y="36"/>
                    <a:pt x="9119" y="1"/>
                    <a:pt x="90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3"/>
            <p:cNvSpPr/>
            <p:nvPr/>
          </p:nvSpPr>
          <p:spPr>
            <a:xfrm>
              <a:off x="1038171" y="1801071"/>
              <a:ext cx="292549" cy="177257"/>
            </a:xfrm>
            <a:custGeom>
              <a:avLst/>
              <a:gdLst/>
              <a:ahLst/>
              <a:cxnLst/>
              <a:rect l="l" t="t" r="r" b="b"/>
              <a:pathLst>
                <a:path w="9145" h="5541" extrusionOk="0">
                  <a:moveTo>
                    <a:pt x="9081" y="0"/>
                  </a:moveTo>
                  <a:cubicBezTo>
                    <a:pt x="9068" y="0"/>
                    <a:pt x="9053" y="5"/>
                    <a:pt x="9037" y="14"/>
                  </a:cubicBezTo>
                  <a:lnTo>
                    <a:pt x="120" y="5217"/>
                  </a:lnTo>
                  <a:cubicBezTo>
                    <a:pt x="60" y="5253"/>
                    <a:pt x="1" y="5348"/>
                    <a:pt x="1" y="5443"/>
                  </a:cubicBezTo>
                  <a:cubicBezTo>
                    <a:pt x="1" y="5505"/>
                    <a:pt x="33" y="5541"/>
                    <a:pt x="74" y="5541"/>
                  </a:cubicBezTo>
                  <a:cubicBezTo>
                    <a:pt x="89" y="5541"/>
                    <a:pt x="104" y="5536"/>
                    <a:pt x="120" y="5527"/>
                  </a:cubicBezTo>
                  <a:lnTo>
                    <a:pt x="9037" y="312"/>
                  </a:lnTo>
                  <a:cubicBezTo>
                    <a:pt x="9097" y="276"/>
                    <a:pt x="9145" y="181"/>
                    <a:pt x="9145" y="98"/>
                  </a:cubicBezTo>
                  <a:cubicBezTo>
                    <a:pt x="9145" y="36"/>
                    <a:pt x="9119" y="0"/>
                    <a:pt x="90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3"/>
            <p:cNvSpPr/>
            <p:nvPr/>
          </p:nvSpPr>
          <p:spPr>
            <a:xfrm>
              <a:off x="790603" y="1792370"/>
              <a:ext cx="223226" cy="148210"/>
            </a:xfrm>
            <a:custGeom>
              <a:avLst/>
              <a:gdLst/>
              <a:ahLst/>
              <a:cxnLst/>
              <a:rect l="l" t="t" r="r" b="b"/>
              <a:pathLst>
                <a:path w="6978" h="4633" extrusionOk="0">
                  <a:moveTo>
                    <a:pt x="6978" y="0"/>
                  </a:moveTo>
                  <a:lnTo>
                    <a:pt x="1" y="4037"/>
                  </a:lnTo>
                  <a:lnTo>
                    <a:pt x="1" y="4632"/>
                  </a:lnTo>
                  <a:lnTo>
                    <a:pt x="6978" y="608"/>
                  </a:lnTo>
                  <a:lnTo>
                    <a:pt x="697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8" name="Google Shape;438;p33"/>
          <p:cNvGrpSpPr/>
          <p:nvPr/>
        </p:nvGrpSpPr>
        <p:grpSpPr>
          <a:xfrm>
            <a:off x="8332995" y="3042427"/>
            <a:ext cx="1241789" cy="734416"/>
            <a:chOff x="942970" y="2297423"/>
            <a:chExt cx="529434" cy="313117"/>
          </a:xfrm>
        </p:grpSpPr>
        <p:sp>
          <p:nvSpPr>
            <p:cNvPr id="439" name="Google Shape;439;p33"/>
            <p:cNvSpPr/>
            <p:nvPr/>
          </p:nvSpPr>
          <p:spPr>
            <a:xfrm>
              <a:off x="944090" y="2382355"/>
              <a:ext cx="526811" cy="228185"/>
            </a:xfrm>
            <a:custGeom>
              <a:avLst/>
              <a:gdLst/>
              <a:ahLst/>
              <a:cxnLst/>
              <a:rect l="l" t="t" r="r" b="b"/>
              <a:pathLst>
                <a:path w="16468" h="7133" extrusionOk="0">
                  <a:moveTo>
                    <a:pt x="16467" y="0"/>
                  </a:moveTo>
                  <a:cubicBezTo>
                    <a:pt x="16467" y="72"/>
                    <a:pt x="16419" y="131"/>
                    <a:pt x="16336" y="191"/>
                  </a:cubicBezTo>
                  <a:lnTo>
                    <a:pt x="4906" y="6787"/>
                  </a:lnTo>
                  <a:cubicBezTo>
                    <a:pt x="4817" y="6834"/>
                    <a:pt x="4704" y="6858"/>
                    <a:pt x="4592" y="6858"/>
                  </a:cubicBezTo>
                  <a:cubicBezTo>
                    <a:pt x="4480" y="6858"/>
                    <a:pt x="4370" y="6834"/>
                    <a:pt x="4287" y="6787"/>
                  </a:cubicBezTo>
                  <a:lnTo>
                    <a:pt x="132" y="4370"/>
                  </a:lnTo>
                  <a:cubicBezTo>
                    <a:pt x="48" y="4322"/>
                    <a:pt x="1" y="4263"/>
                    <a:pt x="1" y="4191"/>
                  </a:cubicBezTo>
                  <a:lnTo>
                    <a:pt x="1" y="4465"/>
                  </a:lnTo>
                  <a:cubicBezTo>
                    <a:pt x="1" y="4537"/>
                    <a:pt x="48" y="4596"/>
                    <a:pt x="132" y="4644"/>
                  </a:cubicBezTo>
                  <a:lnTo>
                    <a:pt x="4287" y="7061"/>
                  </a:lnTo>
                  <a:cubicBezTo>
                    <a:pt x="4370" y="7108"/>
                    <a:pt x="4480" y="7132"/>
                    <a:pt x="4592" y="7132"/>
                  </a:cubicBezTo>
                  <a:cubicBezTo>
                    <a:pt x="4704" y="7132"/>
                    <a:pt x="4817" y="7108"/>
                    <a:pt x="4906" y="7061"/>
                  </a:cubicBezTo>
                  <a:lnTo>
                    <a:pt x="16336" y="465"/>
                  </a:lnTo>
                  <a:cubicBezTo>
                    <a:pt x="16431" y="405"/>
                    <a:pt x="16467" y="346"/>
                    <a:pt x="16467" y="274"/>
                  </a:cubicBezTo>
                  <a:lnTo>
                    <a:pt x="16467" y="0"/>
                  </a:ln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3"/>
            <p:cNvSpPr/>
            <p:nvPr/>
          </p:nvSpPr>
          <p:spPr>
            <a:xfrm>
              <a:off x="942970" y="2297423"/>
              <a:ext cx="529434" cy="304353"/>
            </a:xfrm>
            <a:custGeom>
              <a:avLst/>
              <a:gdLst/>
              <a:ahLst/>
              <a:cxnLst/>
              <a:rect l="l" t="t" r="r" b="b"/>
              <a:pathLst>
                <a:path w="16550" h="9514" extrusionOk="0">
                  <a:moveTo>
                    <a:pt x="11911" y="0"/>
                  </a:moveTo>
                  <a:cubicBezTo>
                    <a:pt x="11799" y="0"/>
                    <a:pt x="11686" y="24"/>
                    <a:pt x="11597" y="72"/>
                  </a:cubicBezTo>
                  <a:lnTo>
                    <a:pt x="167" y="6668"/>
                  </a:lnTo>
                  <a:cubicBezTo>
                    <a:pt x="0" y="6775"/>
                    <a:pt x="0" y="6930"/>
                    <a:pt x="167" y="7025"/>
                  </a:cubicBezTo>
                  <a:lnTo>
                    <a:pt x="4322" y="9442"/>
                  </a:lnTo>
                  <a:cubicBezTo>
                    <a:pt x="4405" y="9489"/>
                    <a:pt x="4515" y="9513"/>
                    <a:pt x="4627" y="9513"/>
                  </a:cubicBezTo>
                  <a:cubicBezTo>
                    <a:pt x="4739" y="9513"/>
                    <a:pt x="4852" y="9489"/>
                    <a:pt x="4941" y="9442"/>
                  </a:cubicBezTo>
                  <a:lnTo>
                    <a:pt x="16371" y="2846"/>
                  </a:lnTo>
                  <a:cubicBezTo>
                    <a:pt x="16550" y="2739"/>
                    <a:pt x="16550" y="2584"/>
                    <a:pt x="16371" y="2489"/>
                  </a:cubicBezTo>
                  <a:lnTo>
                    <a:pt x="12216" y="72"/>
                  </a:lnTo>
                  <a:cubicBezTo>
                    <a:pt x="12132" y="24"/>
                    <a:pt x="12022" y="0"/>
                    <a:pt x="11911" y="0"/>
                  </a:cubicBez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3"/>
            <p:cNvSpPr/>
            <p:nvPr/>
          </p:nvSpPr>
          <p:spPr>
            <a:xfrm>
              <a:off x="990187" y="2501165"/>
              <a:ext cx="31254" cy="18330"/>
            </a:xfrm>
            <a:custGeom>
              <a:avLst/>
              <a:gdLst/>
              <a:ahLst/>
              <a:cxnLst/>
              <a:rect l="l" t="t" r="r" b="b"/>
              <a:pathLst>
                <a:path w="977" h="573" extrusionOk="0">
                  <a:moveTo>
                    <a:pt x="489" y="1"/>
                  </a:moveTo>
                  <a:lnTo>
                    <a:pt x="0" y="287"/>
                  </a:lnTo>
                  <a:lnTo>
                    <a:pt x="489" y="572"/>
                  </a:lnTo>
                  <a:lnTo>
                    <a:pt x="977" y="287"/>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3"/>
            <p:cNvSpPr/>
            <p:nvPr/>
          </p:nvSpPr>
          <p:spPr>
            <a:xfrm>
              <a:off x="1011908" y="2488625"/>
              <a:ext cx="31638" cy="17914"/>
            </a:xfrm>
            <a:custGeom>
              <a:avLst/>
              <a:gdLst/>
              <a:ahLst/>
              <a:cxnLst/>
              <a:rect l="l" t="t" r="r" b="b"/>
              <a:pathLst>
                <a:path w="989" h="560" extrusionOk="0">
                  <a:moveTo>
                    <a:pt x="488" y="0"/>
                  </a:moveTo>
                  <a:lnTo>
                    <a:pt x="0" y="274"/>
                  </a:lnTo>
                  <a:lnTo>
                    <a:pt x="500" y="560"/>
                  </a:lnTo>
                  <a:lnTo>
                    <a:pt x="988" y="286"/>
                  </a:lnTo>
                  <a:lnTo>
                    <a:pt x="48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3"/>
            <p:cNvSpPr/>
            <p:nvPr/>
          </p:nvSpPr>
          <p:spPr>
            <a:xfrm>
              <a:off x="1033981" y="2475669"/>
              <a:ext cx="31254" cy="18298"/>
            </a:xfrm>
            <a:custGeom>
              <a:avLst/>
              <a:gdLst/>
              <a:ahLst/>
              <a:cxnLst/>
              <a:rect l="l" t="t" r="r" b="b"/>
              <a:pathLst>
                <a:path w="977" h="572" extrusionOk="0">
                  <a:moveTo>
                    <a:pt x="489" y="0"/>
                  </a:moveTo>
                  <a:lnTo>
                    <a:pt x="1" y="286"/>
                  </a:lnTo>
                  <a:lnTo>
                    <a:pt x="489" y="572"/>
                  </a:lnTo>
                  <a:lnTo>
                    <a:pt x="977" y="286"/>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3"/>
            <p:cNvSpPr/>
            <p:nvPr/>
          </p:nvSpPr>
          <p:spPr>
            <a:xfrm>
              <a:off x="1056086" y="2463097"/>
              <a:ext cx="31254" cy="18298"/>
            </a:xfrm>
            <a:custGeom>
              <a:avLst/>
              <a:gdLst/>
              <a:ahLst/>
              <a:cxnLst/>
              <a:rect l="l" t="t" r="r" b="b"/>
              <a:pathLst>
                <a:path w="977" h="572" extrusionOk="0">
                  <a:moveTo>
                    <a:pt x="488" y="0"/>
                  </a:moveTo>
                  <a:lnTo>
                    <a:pt x="0" y="286"/>
                  </a:lnTo>
                  <a:lnTo>
                    <a:pt x="488" y="572"/>
                  </a:lnTo>
                  <a:lnTo>
                    <a:pt x="976" y="286"/>
                  </a:lnTo>
                  <a:lnTo>
                    <a:pt x="48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3"/>
            <p:cNvSpPr/>
            <p:nvPr/>
          </p:nvSpPr>
          <p:spPr>
            <a:xfrm>
              <a:off x="1078158" y="2450525"/>
              <a:ext cx="31286" cy="17946"/>
            </a:xfrm>
            <a:custGeom>
              <a:avLst/>
              <a:gdLst/>
              <a:ahLst/>
              <a:cxnLst/>
              <a:rect l="l" t="t" r="r" b="b"/>
              <a:pathLst>
                <a:path w="978" h="561" extrusionOk="0">
                  <a:moveTo>
                    <a:pt x="489" y="0"/>
                  </a:moveTo>
                  <a:lnTo>
                    <a:pt x="1" y="274"/>
                  </a:lnTo>
                  <a:lnTo>
                    <a:pt x="489" y="560"/>
                  </a:lnTo>
                  <a:lnTo>
                    <a:pt x="977" y="286"/>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3"/>
            <p:cNvSpPr/>
            <p:nvPr/>
          </p:nvSpPr>
          <p:spPr>
            <a:xfrm>
              <a:off x="1099879" y="2437569"/>
              <a:ext cx="31638" cy="18330"/>
            </a:xfrm>
            <a:custGeom>
              <a:avLst/>
              <a:gdLst/>
              <a:ahLst/>
              <a:cxnLst/>
              <a:rect l="l" t="t" r="r" b="b"/>
              <a:pathLst>
                <a:path w="989" h="573" extrusionOk="0">
                  <a:moveTo>
                    <a:pt x="489" y="1"/>
                  </a:moveTo>
                  <a:lnTo>
                    <a:pt x="0" y="286"/>
                  </a:lnTo>
                  <a:lnTo>
                    <a:pt x="500" y="572"/>
                  </a:lnTo>
                  <a:lnTo>
                    <a:pt x="989" y="286"/>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3"/>
            <p:cNvSpPr/>
            <p:nvPr/>
          </p:nvSpPr>
          <p:spPr>
            <a:xfrm>
              <a:off x="1121952" y="2424997"/>
              <a:ext cx="31286" cy="18330"/>
            </a:xfrm>
            <a:custGeom>
              <a:avLst/>
              <a:gdLst/>
              <a:ahLst/>
              <a:cxnLst/>
              <a:rect l="l" t="t" r="r" b="b"/>
              <a:pathLst>
                <a:path w="978" h="573" extrusionOk="0">
                  <a:moveTo>
                    <a:pt x="489" y="1"/>
                  </a:moveTo>
                  <a:lnTo>
                    <a:pt x="1" y="286"/>
                  </a:lnTo>
                  <a:lnTo>
                    <a:pt x="489" y="572"/>
                  </a:lnTo>
                  <a:lnTo>
                    <a:pt x="977" y="286"/>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3"/>
            <p:cNvSpPr/>
            <p:nvPr/>
          </p:nvSpPr>
          <p:spPr>
            <a:xfrm>
              <a:off x="1144057" y="2412425"/>
              <a:ext cx="31254" cy="17946"/>
            </a:xfrm>
            <a:custGeom>
              <a:avLst/>
              <a:gdLst/>
              <a:ahLst/>
              <a:cxnLst/>
              <a:rect l="l" t="t" r="r" b="b"/>
              <a:pathLst>
                <a:path w="977" h="561" extrusionOk="0">
                  <a:moveTo>
                    <a:pt x="489" y="1"/>
                  </a:moveTo>
                  <a:lnTo>
                    <a:pt x="1" y="287"/>
                  </a:lnTo>
                  <a:lnTo>
                    <a:pt x="489" y="560"/>
                  </a:lnTo>
                  <a:lnTo>
                    <a:pt x="977" y="287"/>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3"/>
            <p:cNvSpPr/>
            <p:nvPr/>
          </p:nvSpPr>
          <p:spPr>
            <a:xfrm>
              <a:off x="1165778" y="2399853"/>
              <a:ext cx="31638" cy="17946"/>
            </a:xfrm>
            <a:custGeom>
              <a:avLst/>
              <a:gdLst/>
              <a:ahLst/>
              <a:cxnLst/>
              <a:rect l="l" t="t" r="r" b="b"/>
              <a:pathLst>
                <a:path w="989" h="561" extrusionOk="0">
                  <a:moveTo>
                    <a:pt x="488" y="1"/>
                  </a:moveTo>
                  <a:lnTo>
                    <a:pt x="0" y="275"/>
                  </a:lnTo>
                  <a:lnTo>
                    <a:pt x="500" y="561"/>
                  </a:lnTo>
                  <a:lnTo>
                    <a:pt x="988" y="275"/>
                  </a:lnTo>
                  <a:lnTo>
                    <a:pt x="48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3"/>
            <p:cNvSpPr/>
            <p:nvPr/>
          </p:nvSpPr>
          <p:spPr>
            <a:xfrm>
              <a:off x="1187851" y="2386930"/>
              <a:ext cx="31286" cy="18298"/>
            </a:xfrm>
            <a:custGeom>
              <a:avLst/>
              <a:gdLst/>
              <a:ahLst/>
              <a:cxnLst/>
              <a:rect l="l" t="t" r="r" b="b"/>
              <a:pathLst>
                <a:path w="978" h="572" extrusionOk="0">
                  <a:moveTo>
                    <a:pt x="489" y="0"/>
                  </a:moveTo>
                  <a:lnTo>
                    <a:pt x="1" y="286"/>
                  </a:lnTo>
                  <a:lnTo>
                    <a:pt x="489" y="572"/>
                  </a:lnTo>
                  <a:lnTo>
                    <a:pt x="977" y="286"/>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3"/>
            <p:cNvSpPr/>
            <p:nvPr/>
          </p:nvSpPr>
          <p:spPr>
            <a:xfrm>
              <a:off x="1209956" y="2374358"/>
              <a:ext cx="31254" cy="17914"/>
            </a:xfrm>
            <a:custGeom>
              <a:avLst/>
              <a:gdLst/>
              <a:ahLst/>
              <a:cxnLst/>
              <a:rect l="l" t="t" r="r" b="b"/>
              <a:pathLst>
                <a:path w="977" h="560" extrusionOk="0">
                  <a:moveTo>
                    <a:pt x="488" y="0"/>
                  </a:moveTo>
                  <a:lnTo>
                    <a:pt x="0" y="286"/>
                  </a:lnTo>
                  <a:lnTo>
                    <a:pt x="488" y="560"/>
                  </a:lnTo>
                  <a:lnTo>
                    <a:pt x="977" y="286"/>
                  </a:lnTo>
                  <a:lnTo>
                    <a:pt x="48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3"/>
            <p:cNvSpPr/>
            <p:nvPr/>
          </p:nvSpPr>
          <p:spPr>
            <a:xfrm>
              <a:off x="1232029" y="2361786"/>
              <a:ext cx="31286" cy="17914"/>
            </a:xfrm>
            <a:custGeom>
              <a:avLst/>
              <a:gdLst/>
              <a:ahLst/>
              <a:cxnLst/>
              <a:rect l="l" t="t" r="r" b="b"/>
              <a:pathLst>
                <a:path w="978" h="560" extrusionOk="0">
                  <a:moveTo>
                    <a:pt x="489" y="0"/>
                  </a:moveTo>
                  <a:lnTo>
                    <a:pt x="1" y="274"/>
                  </a:lnTo>
                  <a:lnTo>
                    <a:pt x="489" y="560"/>
                  </a:lnTo>
                  <a:lnTo>
                    <a:pt x="977" y="274"/>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3"/>
            <p:cNvSpPr/>
            <p:nvPr/>
          </p:nvSpPr>
          <p:spPr>
            <a:xfrm>
              <a:off x="1253750" y="2348830"/>
              <a:ext cx="31638" cy="18298"/>
            </a:xfrm>
            <a:custGeom>
              <a:avLst/>
              <a:gdLst/>
              <a:ahLst/>
              <a:cxnLst/>
              <a:rect l="l" t="t" r="r" b="b"/>
              <a:pathLst>
                <a:path w="989" h="572" extrusionOk="0">
                  <a:moveTo>
                    <a:pt x="489" y="0"/>
                  </a:moveTo>
                  <a:lnTo>
                    <a:pt x="1" y="286"/>
                  </a:lnTo>
                  <a:lnTo>
                    <a:pt x="501" y="572"/>
                  </a:lnTo>
                  <a:lnTo>
                    <a:pt x="989" y="286"/>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3"/>
            <p:cNvSpPr/>
            <p:nvPr/>
          </p:nvSpPr>
          <p:spPr>
            <a:xfrm>
              <a:off x="1275854" y="2336258"/>
              <a:ext cx="31254" cy="17946"/>
            </a:xfrm>
            <a:custGeom>
              <a:avLst/>
              <a:gdLst/>
              <a:ahLst/>
              <a:cxnLst/>
              <a:rect l="l" t="t" r="r" b="b"/>
              <a:pathLst>
                <a:path w="977" h="561" extrusionOk="0">
                  <a:moveTo>
                    <a:pt x="488" y="1"/>
                  </a:moveTo>
                  <a:lnTo>
                    <a:pt x="0" y="286"/>
                  </a:lnTo>
                  <a:lnTo>
                    <a:pt x="488" y="560"/>
                  </a:lnTo>
                  <a:lnTo>
                    <a:pt x="976" y="286"/>
                  </a:lnTo>
                  <a:lnTo>
                    <a:pt x="48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3"/>
            <p:cNvSpPr/>
            <p:nvPr/>
          </p:nvSpPr>
          <p:spPr>
            <a:xfrm>
              <a:off x="1297927" y="2323686"/>
              <a:ext cx="31254" cy="17946"/>
            </a:xfrm>
            <a:custGeom>
              <a:avLst/>
              <a:gdLst/>
              <a:ahLst/>
              <a:cxnLst/>
              <a:rect l="l" t="t" r="r" b="b"/>
              <a:pathLst>
                <a:path w="977" h="561" extrusionOk="0">
                  <a:moveTo>
                    <a:pt x="489" y="1"/>
                  </a:moveTo>
                  <a:lnTo>
                    <a:pt x="1" y="275"/>
                  </a:lnTo>
                  <a:lnTo>
                    <a:pt x="489" y="560"/>
                  </a:lnTo>
                  <a:lnTo>
                    <a:pt x="977" y="275"/>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3"/>
            <p:cNvSpPr/>
            <p:nvPr/>
          </p:nvSpPr>
          <p:spPr>
            <a:xfrm>
              <a:off x="1037020" y="2503084"/>
              <a:ext cx="31286" cy="17946"/>
            </a:xfrm>
            <a:custGeom>
              <a:avLst/>
              <a:gdLst/>
              <a:ahLst/>
              <a:cxnLst/>
              <a:rect l="l" t="t" r="r" b="b"/>
              <a:pathLst>
                <a:path w="978" h="561" extrusionOk="0">
                  <a:moveTo>
                    <a:pt x="489" y="1"/>
                  </a:moveTo>
                  <a:lnTo>
                    <a:pt x="1" y="274"/>
                  </a:lnTo>
                  <a:lnTo>
                    <a:pt x="489" y="560"/>
                  </a:lnTo>
                  <a:lnTo>
                    <a:pt x="977" y="274"/>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3"/>
            <p:cNvSpPr/>
            <p:nvPr/>
          </p:nvSpPr>
          <p:spPr>
            <a:xfrm>
              <a:off x="1059125" y="2490128"/>
              <a:ext cx="31254" cy="18330"/>
            </a:xfrm>
            <a:custGeom>
              <a:avLst/>
              <a:gdLst/>
              <a:ahLst/>
              <a:cxnLst/>
              <a:rect l="l" t="t" r="r" b="b"/>
              <a:pathLst>
                <a:path w="977" h="573" extrusionOk="0">
                  <a:moveTo>
                    <a:pt x="489" y="1"/>
                  </a:moveTo>
                  <a:lnTo>
                    <a:pt x="0" y="286"/>
                  </a:lnTo>
                  <a:lnTo>
                    <a:pt x="489" y="572"/>
                  </a:lnTo>
                  <a:lnTo>
                    <a:pt x="977" y="286"/>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3"/>
            <p:cNvSpPr/>
            <p:nvPr/>
          </p:nvSpPr>
          <p:spPr>
            <a:xfrm>
              <a:off x="1080846" y="2477556"/>
              <a:ext cx="31638" cy="17946"/>
            </a:xfrm>
            <a:custGeom>
              <a:avLst/>
              <a:gdLst/>
              <a:ahLst/>
              <a:cxnLst/>
              <a:rect l="l" t="t" r="r" b="b"/>
              <a:pathLst>
                <a:path w="989" h="561" extrusionOk="0">
                  <a:moveTo>
                    <a:pt x="488" y="1"/>
                  </a:moveTo>
                  <a:lnTo>
                    <a:pt x="0" y="287"/>
                  </a:lnTo>
                  <a:lnTo>
                    <a:pt x="500" y="560"/>
                  </a:lnTo>
                  <a:lnTo>
                    <a:pt x="988" y="287"/>
                  </a:lnTo>
                  <a:lnTo>
                    <a:pt x="48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3"/>
            <p:cNvSpPr/>
            <p:nvPr/>
          </p:nvSpPr>
          <p:spPr>
            <a:xfrm>
              <a:off x="1102918" y="2464984"/>
              <a:ext cx="31254" cy="17946"/>
            </a:xfrm>
            <a:custGeom>
              <a:avLst/>
              <a:gdLst/>
              <a:ahLst/>
              <a:cxnLst/>
              <a:rect l="l" t="t" r="r" b="b"/>
              <a:pathLst>
                <a:path w="977" h="561" extrusionOk="0">
                  <a:moveTo>
                    <a:pt x="489" y="1"/>
                  </a:moveTo>
                  <a:lnTo>
                    <a:pt x="1" y="275"/>
                  </a:lnTo>
                  <a:lnTo>
                    <a:pt x="489" y="560"/>
                  </a:lnTo>
                  <a:lnTo>
                    <a:pt x="977" y="275"/>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3"/>
            <p:cNvSpPr/>
            <p:nvPr/>
          </p:nvSpPr>
          <p:spPr>
            <a:xfrm>
              <a:off x="1125023" y="2452061"/>
              <a:ext cx="31254" cy="18298"/>
            </a:xfrm>
            <a:custGeom>
              <a:avLst/>
              <a:gdLst/>
              <a:ahLst/>
              <a:cxnLst/>
              <a:rect l="l" t="t" r="r" b="b"/>
              <a:pathLst>
                <a:path w="977" h="572" extrusionOk="0">
                  <a:moveTo>
                    <a:pt x="488" y="0"/>
                  </a:moveTo>
                  <a:lnTo>
                    <a:pt x="0" y="286"/>
                  </a:lnTo>
                  <a:lnTo>
                    <a:pt x="488" y="572"/>
                  </a:lnTo>
                  <a:lnTo>
                    <a:pt x="977" y="286"/>
                  </a:lnTo>
                  <a:lnTo>
                    <a:pt x="48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3"/>
            <p:cNvSpPr/>
            <p:nvPr/>
          </p:nvSpPr>
          <p:spPr>
            <a:xfrm>
              <a:off x="1146712" y="2439489"/>
              <a:ext cx="31670" cy="17914"/>
            </a:xfrm>
            <a:custGeom>
              <a:avLst/>
              <a:gdLst/>
              <a:ahLst/>
              <a:cxnLst/>
              <a:rect l="l" t="t" r="r" b="b"/>
              <a:pathLst>
                <a:path w="990" h="560" extrusionOk="0">
                  <a:moveTo>
                    <a:pt x="489" y="0"/>
                  </a:moveTo>
                  <a:lnTo>
                    <a:pt x="1" y="286"/>
                  </a:lnTo>
                  <a:lnTo>
                    <a:pt x="501" y="560"/>
                  </a:lnTo>
                  <a:lnTo>
                    <a:pt x="989" y="286"/>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3"/>
            <p:cNvSpPr/>
            <p:nvPr/>
          </p:nvSpPr>
          <p:spPr>
            <a:xfrm>
              <a:off x="1168817" y="2426917"/>
              <a:ext cx="31254" cy="17914"/>
            </a:xfrm>
            <a:custGeom>
              <a:avLst/>
              <a:gdLst/>
              <a:ahLst/>
              <a:cxnLst/>
              <a:rect l="l" t="t" r="r" b="b"/>
              <a:pathLst>
                <a:path w="977" h="560" extrusionOk="0">
                  <a:moveTo>
                    <a:pt x="489" y="0"/>
                  </a:moveTo>
                  <a:lnTo>
                    <a:pt x="0" y="274"/>
                  </a:lnTo>
                  <a:lnTo>
                    <a:pt x="489" y="560"/>
                  </a:lnTo>
                  <a:lnTo>
                    <a:pt x="977" y="274"/>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3"/>
            <p:cNvSpPr/>
            <p:nvPr/>
          </p:nvSpPr>
          <p:spPr>
            <a:xfrm>
              <a:off x="1190890" y="2413961"/>
              <a:ext cx="31286" cy="18298"/>
            </a:xfrm>
            <a:custGeom>
              <a:avLst/>
              <a:gdLst/>
              <a:ahLst/>
              <a:cxnLst/>
              <a:rect l="l" t="t" r="r" b="b"/>
              <a:pathLst>
                <a:path w="978" h="572" extrusionOk="0">
                  <a:moveTo>
                    <a:pt x="489" y="0"/>
                  </a:moveTo>
                  <a:lnTo>
                    <a:pt x="1" y="286"/>
                  </a:lnTo>
                  <a:lnTo>
                    <a:pt x="489" y="572"/>
                  </a:lnTo>
                  <a:lnTo>
                    <a:pt x="977" y="286"/>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3"/>
            <p:cNvSpPr/>
            <p:nvPr/>
          </p:nvSpPr>
          <p:spPr>
            <a:xfrm>
              <a:off x="1212995" y="2401389"/>
              <a:ext cx="31254" cy="17946"/>
            </a:xfrm>
            <a:custGeom>
              <a:avLst/>
              <a:gdLst/>
              <a:ahLst/>
              <a:cxnLst/>
              <a:rect l="l" t="t" r="r" b="b"/>
              <a:pathLst>
                <a:path w="977" h="561" extrusionOk="0">
                  <a:moveTo>
                    <a:pt x="489" y="1"/>
                  </a:moveTo>
                  <a:lnTo>
                    <a:pt x="1" y="286"/>
                  </a:lnTo>
                  <a:lnTo>
                    <a:pt x="489" y="560"/>
                  </a:lnTo>
                  <a:lnTo>
                    <a:pt x="977" y="286"/>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3"/>
            <p:cNvSpPr/>
            <p:nvPr/>
          </p:nvSpPr>
          <p:spPr>
            <a:xfrm>
              <a:off x="1234716" y="2388817"/>
              <a:ext cx="31638" cy="17946"/>
            </a:xfrm>
            <a:custGeom>
              <a:avLst/>
              <a:gdLst/>
              <a:ahLst/>
              <a:cxnLst/>
              <a:rect l="l" t="t" r="r" b="b"/>
              <a:pathLst>
                <a:path w="989" h="561" extrusionOk="0">
                  <a:moveTo>
                    <a:pt x="488" y="1"/>
                  </a:moveTo>
                  <a:lnTo>
                    <a:pt x="0" y="274"/>
                  </a:lnTo>
                  <a:lnTo>
                    <a:pt x="500" y="560"/>
                  </a:lnTo>
                  <a:lnTo>
                    <a:pt x="988" y="274"/>
                  </a:lnTo>
                  <a:lnTo>
                    <a:pt x="48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3"/>
            <p:cNvSpPr/>
            <p:nvPr/>
          </p:nvSpPr>
          <p:spPr>
            <a:xfrm>
              <a:off x="1256789" y="2375861"/>
              <a:ext cx="31286" cy="18330"/>
            </a:xfrm>
            <a:custGeom>
              <a:avLst/>
              <a:gdLst/>
              <a:ahLst/>
              <a:cxnLst/>
              <a:rect l="l" t="t" r="r" b="b"/>
              <a:pathLst>
                <a:path w="978" h="573" extrusionOk="0">
                  <a:moveTo>
                    <a:pt x="489" y="1"/>
                  </a:moveTo>
                  <a:lnTo>
                    <a:pt x="1" y="287"/>
                  </a:lnTo>
                  <a:lnTo>
                    <a:pt x="489" y="572"/>
                  </a:lnTo>
                  <a:lnTo>
                    <a:pt x="977" y="287"/>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3"/>
            <p:cNvSpPr/>
            <p:nvPr/>
          </p:nvSpPr>
          <p:spPr>
            <a:xfrm>
              <a:off x="1278893" y="2363289"/>
              <a:ext cx="31254" cy="18330"/>
            </a:xfrm>
            <a:custGeom>
              <a:avLst/>
              <a:gdLst/>
              <a:ahLst/>
              <a:cxnLst/>
              <a:rect l="l" t="t" r="r" b="b"/>
              <a:pathLst>
                <a:path w="977" h="573" extrusionOk="0">
                  <a:moveTo>
                    <a:pt x="488" y="1"/>
                  </a:moveTo>
                  <a:lnTo>
                    <a:pt x="0" y="287"/>
                  </a:lnTo>
                  <a:lnTo>
                    <a:pt x="488" y="572"/>
                  </a:lnTo>
                  <a:lnTo>
                    <a:pt x="977" y="287"/>
                  </a:lnTo>
                  <a:lnTo>
                    <a:pt x="48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3"/>
            <p:cNvSpPr/>
            <p:nvPr/>
          </p:nvSpPr>
          <p:spPr>
            <a:xfrm>
              <a:off x="1300582" y="2350749"/>
              <a:ext cx="31670" cy="17914"/>
            </a:xfrm>
            <a:custGeom>
              <a:avLst/>
              <a:gdLst/>
              <a:ahLst/>
              <a:cxnLst/>
              <a:rect l="l" t="t" r="r" b="b"/>
              <a:pathLst>
                <a:path w="990" h="560" extrusionOk="0">
                  <a:moveTo>
                    <a:pt x="489" y="0"/>
                  </a:moveTo>
                  <a:lnTo>
                    <a:pt x="1" y="274"/>
                  </a:lnTo>
                  <a:lnTo>
                    <a:pt x="501" y="560"/>
                  </a:lnTo>
                  <a:lnTo>
                    <a:pt x="989" y="286"/>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3"/>
            <p:cNvSpPr/>
            <p:nvPr/>
          </p:nvSpPr>
          <p:spPr>
            <a:xfrm>
              <a:off x="1322687" y="2337794"/>
              <a:ext cx="31254" cy="18298"/>
            </a:xfrm>
            <a:custGeom>
              <a:avLst/>
              <a:gdLst/>
              <a:ahLst/>
              <a:cxnLst/>
              <a:rect l="l" t="t" r="r" b="b"/>
              <a:pathLst>
                <a:path w="977" h="572" extrusionOk="0">
                  <a:moveTo>
                    <a:pt x="489" y="0"/>
                  </a:moveTo>
                  <a:lnTo>
                    <a:pt x="1" y="286"/>
                  </a:lnTo>
                  <a:lnTo>
                    <a:pt x="489" y="572"/>
                  </a:lnTo>
                  <a:lnTo>
                    <a:pt x="977" y="286"/>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3"/>
            <p:cNvSpPr/>
            <p:nvPr/>
          </p:nvSpPr>
          <p:spPr>
            <a:xfrm>
              <a:off x="1014947" y="2515656"/>
              <a:ext cx="78120" cy="32406"/>
            </a:xfrm>
            <a:custGeom>
              <a:avLst/>
              <a:gdLst/>
              <a:ahLst/>
              <a:cxnLst/>
              <a:rect l="l" t="t" r="r" b="b"/>
              <a:pathLst>
                <a:path w="2442" h="1013" extrusionOk="0">
                  <a:moveTo>
                    <a:pt x="488" y="0"/>
                  </a:moveTo>
                  <a:lnTo>
                    <a:pt x="0" y="286"/>
                  </a:lnTo>
                  <a:lnTo>
                    <a:pt x="786" y="727"/>
                  </a:lnTo>
                  <a:lnTo>
                    <a:pt x="1012" y="870"/>
                  </a:lnTo>
                  <a:lnTo>
                    <a:pt x="1274" y="1012"/>
                  </a:lnTo>
                  <a:lnTo>
                    <a:pt x="1953" y="620"/>
                  </a:lnTo>
                  <a:lnTo>
                    <a:pt x="2322" y="405"/>
                  </a:lnTo>
                  <a:lnTo>
                    <a:pt x="2441" y="334"/>
                  </a:lnTo>
                  <a:lnTo>
                    <a:pt x="1953" y="48"/>
                  </a:lnTo>
                  <a:lnTo>
                    <a:pt x="1822" y="131"/>
                  </a:lnTo>
                  <a:lnTo>
                    <a:pt x="1465" y="334"/>
                  </a:lnTo>
                  <a:lnTo>
                    <a:pt x="1274" y="453"/>
                  </a:lnTo>
                  <a:lnTo>
                    <a:pt x="48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3"/>
            <p:cNvSpPr/>
            <p:nvPr/>
          </p:nvSpPr>
          <p:spPr>
            <a:xfrm>
              <a:off x="1083885" y="2504620"/>
              <a:ext cx="31254" cy="17914"/>
            </a:xfrm>
            <a:custGeom>
              <a:avLst/>
              <a:gdLst/>
              <a:ahLst/>
              <a:cxnLst/>
              <a:rect l="l" t="t" r="r" b="b"/>
              <a:pathLst>
                <a:path w="977" h="560" extrusionOk="0">
                  <a:moveTo>
                    <a:pt x="488" y="0"/>
                  </a:moveTo>
                  <a:lnTo>
                    <a:pt x="0" y="286"/>
                  </a:lnTo>
                  <a:lnTo>
                    <a:pt x="488" y="560"/>
                  </a:lnTo>
                  <a:lnTo>
                    <a:pt x="977" y="286"/>
                  </a:lnTo>
                  <a:lnTo>
                    <a:pt x="48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3"/>
            <p:cNvSpPr/>
            <p:nvPr/>
          </p:nvSpPr>
          <p:spPr>
            <a:xfrm>
              <a:off x="1105957" y="2492048"/>
              <a:ext cx="31286" cy="17914"/>
            </a:xfrm>
            <a:custGeom>
              <a:avLst/>
              <a:gdLst/>
              <a:ahLst/>
              <a:cxnLst/>
              <a:rect l="l" t="t" r="r" b="b"/>
              <a:pathLst>
                <a:path w="978" h="560" extrusionOk="0">
                  <a:moveTo>
                    <a:pt x="489" y="0"/>
                  </a:moveTo>
                  <a:lnTo>
                    <a:pt x="1" y="274"/>
                  </a:lnTo>
                  <a:lnTo>
                    <a:pt x="489" y="560"/>
                  </a:lnTo>
                  <a:lnTo>
                    <a:pt x="977" y="274"/>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3"/>
            <p:cNvSpPr/>
            <p:nvPr/>
          </p:nvSpPr>
          <p:spPr>
            <a:xfrm>
              <a:off x="1127678" y="2479092"/>
              <a:ext cx="31638" cy="18298"/>
            </a:xfrm>
            <a:custGeom>
              <a:avLst/>
              <a:gdLst/>
              <a:ahLst/>
              <a:cxnLst/>
              <a:rect l="l" t="t" r="r" b="b"/>
              <a:pathLst>
                <a:path w="989" h="572" extrusionOk="0">
                  <a:moveTo>
                    <a:pt x="489" y="0"/>
                  </a:moveTo>
                  <a:lnTo>
                    <a:pt x="1" y="286"/>
                  </a:lnTo>
                  <a:lnTo>
                    <a:pt x="501" y="572"/>
                  </a:lnTo>
                  <a:lnTo>
                    <a:pt x="989" y="286"/>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3"/>
            <p:cNvSpPr/>
            <p:nvPr/>
          </p:nvSpPr>
          <p:spPr>
            <a:xfrm>
              <a:off x="1149783" y="2466520"/>
              <a:ext cx="31254" cy="17946"/>
            </a:xfrm>
            <a:custGeom>
              <a:avLst/>
              <a:gdLst/>
              <a:ahLst/>
              <a:cxnLst/>
              <a:rect l="l" t="t" r="r" b="b"/>
              <a:pathLst>
                <a:path w="977" h="561" extrusionOk="0">
                  <a:moveTo>
                    <a:pt x="488" y="1"/>
                  </a:moveTo>
                  <a:lnTo>
                    <a:pt x="0" y="286"/>
                  </a:lnTo>
                  <a:lnTo>
                    <a:pt x="488" y="560"/>
                  </a:lnTo>
                  <a:lnTo>
                    <a:pt x="976" y="286"/>
                  </a:lnTo>
                  <a:lnTo>
                    <a:pt x="48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3"/>
            <p:cNvSpPr/>
            <p:nvPr/>
          </p:nvSpPr>
          <p:spPr>
            <a:xfrm>
              <a:off x="1171856" y="2453948"/>
              <a:ext cx="31254" cy="17946"/>
            </a:xfrm>
            <a:custGeom>
              <a:avLst/>
              <a:gdLst/>
              <a:ahLst/>
              <a:cxnLst/>
              <a:rect l="l" t="t" r="r" b="b"/>
              <a:pathLst>
                <a:path w="977" h="561" extrusionOk="0">
                  <a:moveTo>
                    <a:pt x="489" y="1"/>
                  </a:moveTo>
                  <a:lnTo>
                    <a:pt x="1" y="274"/>
                  </a:lnTo>
                  <a:lnTo>
                    <a:pt x="489" y="560"/>
                  </a:lnTo>
                  <a:lnTo>
                    <a:pt x="977" y="274"/>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3"/>
            <p:cNvSpPr/>
            <p:nvPr/>
          </p:nvSpPr>
          <p:spPr>
            <a:xfrm>
              <a:off x="1193961" y="2440992"/>
              <a:ext cx="31254" cy="18330"/>
            </a:xfrm>
            <a:custGeom>
              <a:avLst/>
              <a:gdLst/>
              <a:ahLst/>
              <a:cxnLst/>
              <a:rect l="l" t="t" r="r" b="b"/>
              <a:pathLst>
                <a:path w="977" h="573" extrusionOk="0">
                  <a:moveTo>
                    <a:pt x="488" y="1"/>
                  </a:moveTo>
                  <a:lnTo>
                    <a:pt x="0" y="287"/>
                  </a:lnTo>
                  <a:lnTo>
                    <a:pt x="488" y="572"/>
                  </a:lnTo>
                  <a:lnTo>
                    <a:pt x="977" y="287"/>
                  </a:lnTo>
                  <a:lnTo>
                    <a:pt x="48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3"/>
            <p:cNvSpPr/>
            <p:nvPr/>
          </p:nvSpPr>
          <p:spPr>
            <a:xfrm>
              <a:off x="1215650" y="2428420"/>
              <a:ext cx="31286" cy="18330"/>
            </a:xfrm>
            <a:custGeom>
              <a:avLst/>
              <a:gdLst/>
              <a:ahLst/>
              <a:cxnLst/>
              <a:rect l="l" t="t" r="r" b="b"/>
              <a:pathLst>
                <a:path w="978" h="573" extrusionOk="0">
                  <a:moveTo>
                    <a:pt x="489" y="1"/>
                  </a:moveTo>
                  <a:lnTo>
                    <a:pt x="1" y="287"/>
                  </a:lnTo>
                  <a:lnTo>
                    <a:pt x="489" y="572"/>
                  </a:lnTo>
                  <a:lnTo>
                    <a:pt x="977" y="287"/>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3"/>
            <p:cNvSpPr/>
            <p:nvPr/>
          </p:nvSpPr>
          <p:spPr>
            <a:xfrm>
              <a:off x="1237755" y="2415848"/>
              <a:ext cx="31254" cy="17946"/>
            </a:xfrm>
            <a:custGeom>
              <a:avLst/>
              <a:gdLst/>
              <a:ahLst/>
              <a:cxnLst/>
              <a:rect l="l" t="t" r="r" b="b"/>
              <a:pathLst>
                <a:path w="977" h="561" extrusionOk="0">
                  <a:moveTo>
                    <a:pt x="489" y="1"/>
                  </a:moveTo>
                  <a:lnTo>
                    <a:pt x="0" y="275"/>
                  </a:lnTo>
                  <a:lnTo>
                    <a:pt x="489" y="561"/>
                  </a:lnTo>
                  <a:lnTo>
                    <a:pt x="977" y="287"/>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3"/>
            <p:cNvSpPr/>
            <p:nvPr/>
          </p:nvSpPr>
          <p:spPr>
            <a:xfrm>
              <a:off x="1259860" y="2402924"/>
              <a:ext cx="31254" cy="18298"/>
            </a:xfrm>
            <a:custGeom>
              <a:avLst/>
              <a:gdLst/>
              <a:ahLst/>
              <a:cxnLst/>
              <a:rect l="l" t="t" r="r" b="b"/>
              <a:pathLst>
                <a:path w="977" h="572" extrusionOk="0">
                  <a:moveTo>
                    <a:pt x="488" y="0"/>
                  </a:moveTo>
                  <a:lnTo>
                    <a:pt x="0" y="286"/>
                  </a:lnTo>
                  <a:lnTo>
                    <a:pt x="488" y="572"/>
                  </a:lnTo>
                  <a:lnTo>
                    <a:pt x="976" y="286"/>
                  </a:lnTo>
                  <a:lnTo>
                    <a:pt x="48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3"/>
            <p:cNvSpPr/>
            <p:nvPr/>
          </p:nvSpPr>
          <p:spPr>
            <a:xfrm>
              <a:off x="1281549" y="2390353"/>
              <a:ext cx="31638" cy="18298"/>
            </a:xfrm>
            <a:custGeom>
              <a:avLst/>
              <a:gdLst/>
              <a:ahLst/>
              <a:cxnLst/>
              <a:rect l="l" t="t" r="r" b="b"/>
              <a:pathLst>
                <a:path w="989" h="572" extrusionOk="0">
                  <a:moveTo>
                    <a:pt x="489" y="0"/>
                  </a:moveTo>
                  <a:lnTo>
                    <a:pt x="1" y="286"/>
                  </a:lnTo>
                  <a:lnTo>
                    <a:pt x="501" y="572"/>
                  </a:lnTo>
                  <a:lnTo>
                    <a:pt x="989" y="286"/>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3"/>
            <p:cNvSpPr/>
            <p:nvPr/>
          </p:nvSpPr>
          <p:spPr>
            <a:xfrm>
              <a:off x="1303653" y="2377781"/>
              <a:ext cx="31254" cy="17914"/>
            </a:xfrm>
            <a:custGeom>
              <a:avLst/>
              <a:gdLst/>
              <a:ahLst/>
              <a:cxnLst/>
              <a:rect l="l" t="t" r="r" b="b"/>
              <a:pathLst>
                <a:path w="977" h="560" extrusionOk="0">
                  <a:moveTo>
                    <a:pt x="488" y="0"/>
                  </a:moveTo>
                  <a:lnTo>
                    <a:pt x="0" y="274"/>
                  </a:lnTo>
                  <a:lnTo>
                    <a:pt x="488" y="560"/>
                  </a:lnTo>
                  <a:lnTo>
                    <a:pt x="977" y="286"/>
                  </a:lnTo>
                  <a:lnTo>
                    <a:pt x="48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3"/>
            <p:cNvSpPr/>
            <p:nvPr/>
          </p:nvSpPr>
          <p:spPr>
            <a:xfrm>
              <a:off x="1325726" y="2364825"/>
              <a:ext cx="31286" cy="18330"/>
            </a:xfrm>
            <a:custGeom>
              <a:avLst/>
              <a:gdLst/>
              <a:ahLst/>
              <a:cxnLst/>
              <a:rect l="l" t="t" r="r" b="b"/>
              <a:pathLst>
                <a:path w="978" h="573" extrusionOk="0">
                  <a:moveTo>
                    <a:pt x="489" y="1"/>
                  </a:moveTo>
                  <a:lnTo>
                    <a:pt x="1" y="286"/>
                  </a:lnTo>
                  <a:lnTo>
                    <a:pt x="489" y="572"/>
                  </a:lnTo>
                  <a:lnTo>
                    <a:pt x="977" y="286"/>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3"/>
            <p:cNvSpPr/>
            <p:nvPr/>
          </p:nvSpPr>
          <p:spPr>
            <a:xfrm>
              <a:off x="1347447" y="2352253"/>
              <a:ext cx="31638" cy="18330"/>
            </a:xfrm>
            <a:custGeom>
              <a:avLst/>
              <a:gdLst/>
              <a:ahLst/>
              <a:cxnLst/>
              <a:rect l="l" t="t" r="r" b="b"/>
              <a:pathLst>
                <a:path w="989" h="573" extrusionOk="0">
                  <a:moveTo>
                    <a:pt x="489" y="1"/>
                  </a:moveTo>
                  <a:lnTo>
                    <a:pt x="0" y="286"/>
                  </a:lnTo>
                  <a:lnTo>
                    <a:pt x="501" y="572"/>
                  </a:lnTo>
                  <a:lnTo>
                    <a:pt x="989" y="286"/>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3"/>
            <p:cNvSpPr/>
            <p:nvPr/>
          </p:nvSpPr>
          <p:spPr>
            <a:xfrm>
              <a:off x="1064851" y="2544223"/>
              <a:ext cx="31254" cy="18298"/>
            </a:xfrm>
            <a:custGeom>
              <a:avLst/>
              <a:gdLst/>
              <a:ahLst/>
              <a:cxnLst/>
              <a:rect l="l" t="t" r="r" b="b"/>
              <a:pathLst>
                <a:path w="977" h="572" extrusionOk="0">
                  <a:moveTo>
                    <a:pt x="488" y="0"/>
                  </a:moveTo>
                  <a:lnTo>
                    <a:pt x="0" y="286"/>
                  </a:lnTo>
                  <a:lnTo>
                    <a:pt x="488" y="572"/>
                  </a:lnTo>
                  <a:lnTo>
                    <a:pt x="976" y="286"/>
                  </a:lnTo>
                  <a:lnTo>
                    <a:pt x="48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3"/>
            <p:cNvSpPr/>
            <p:nvPr/>
          </p:nvSpPr>
          <p:spPr>
            <a:xfrm>
              <a:off x="1086924" y="2531651"/>
              <a:ext cx="31254" cy="18298"/>
            </a:xfrm>
            <a:custGeom>
              <a:avLst/>
              <a:gdLst/>
              <a:ahLst/>
              <a:cxnLst/>
              <a:rect l="l" t="t" r="r" b="b"/>
              <a:pathLst>
                <a:path w="977" h="572" extrusionOk="0">
                  <a:moveTo>
                    <a:pt x="489" y="0"/>
                  </a:moveTo>
                  <a:lnTo>
                    <a:pt x="1" y="286"/>
                  </a:lnTo>
                  <a:lnTo>
                    <a:pt x="489" y="572"/>
                  </a:lnTo>
                  <a:lnTo>
                    <a:pt x="977" y="286"/>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3"/>
            <p:cNvSpPr/>
            <p:nvPr/>
          </p:nvSpPr>
          <p:spPr>
            <a:xfrm>
              <a:off x="1108645" y="2519079"/>
              <a:ext cx="31638" cy="17946"/>
            </a:xfrm>
            <a:custGeom>
              <a:avLst/>
              <a:gdLst/>
              <a:ahLst/>
              <a:cxnLst/>
              <a:rect l="l" t="t" r="r" b="b"/>
              <a:pathLst>
                <a:path w="989" h="561" extrusionOk="0">
                  <a:moveTo>
                    <a:pt x="488" y="1"/>
                  </a:moveTo>
                  <a:lnTo>
                    <a:pt x="0" y="274"/>
                  </a:lnTo>
                  <a:lnTo>
                    <a:pt x="500" y="560"/>
                  </a:lnTo>
                  <a:lnTo>
                    <a:pt x="988" y="286"/>
                  </a:lnTo>
                  <a:lnTo>
                    <a:pt x="48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3"/>
            <p:cNvSpPr/>
            <p:nvPr/>
          </p:nvSpPr>
          <p:spPr>
            <a:xfrm>
              <a:off x="1130717" y="2506123"/>
              <a:ext cx="31286" cy="18330"/>
            </a:xfrm>
            <a:custGeom>
              <a:avLst/>
              <a:gdLst/>
              <a:ahLst/>
              <a:cxnLst/>
              <a:rect l="l" t="t" r="r" b="b"/>
              <a:pathLst>
                <a:path w="978" h="573" extrusionOk="0">
                  <a:moveTo>
                    <a:pt x="489" y="1"/>
                  </a:moveTo>
                  <a:lnTo>
                    <a:pt x="1" y="287"/>
                  </a:lnTo>
                  <a:lnTo>
                    <a:pt x="489" y="572"/>
                  </a:lnTo>
                  <a:lnTo>
                    <a:pt x="977" y="287"/>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3"/>
            <p:cNvSpPr/>
            <p:nvPr/>
          </p:nvSpPr>
          <p:spPr>
            <a:xfrm>
              <a:off x="1152822" y="2493551"/>
              <a:ext cx="31254" cy="18330"/>
            </a:xfrm>
            <a:custGeom>
              <a:avLst/>
              <a:gdLst/>
              <a:ahLst/>
              <a:cxnLst/>
              <a:rect l="l" t="t" r="r" b="b"/>
              <a:pathLst>
                <a:path w="977" h="573" extrusionOk="0">
                  <a:moveTo>
                    <a:pt x="489" y="1"/>
                  </a:moveTo>
                  <a:lnTo>
                    <a:pt x="0" y="287"/>
                  </a:lnTo>
                  <a:lnTo>
                    <a:pt x="489" y="572"/>
                  </a:lnTo>
                  <a:lnTo>
                    <a:pt x="977" y="287"/>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3"/>
            <p:cNvSpPr/>
            <p:nvPr/>
          </p:nvSpPr>
          <p:spPr>
            <a:xfrm>
              <a:off x="1174543" y="2480979"/>
              <a:ext cx="31638" cy="17946"/>
            </a:xfrm>
            <a:custGeom>
              <a:avLst/>
              <a:gdLst/>
              <a:ahLst/>
              <a:cxnLst/>
              <a:rect l="l" t="t" r="r" b="b"/>
              <a:pathLst>
                <a:path w="989" h="561" extrusionOk="0">
                  <a:moveTo>
                    <a:pt x="488" y="1"/>
                  </a:moveTo>
                  <a:lnTo>
                    <a:pt x="0" y="275"/>
                  </a:lnTo>
                  <a:lnTo>
                    <a:pt x="500" y="561"/>
                  </a:lnTo>
                  <a:lnTo>
                    <a:pt x="988" y="287"/>
                  </a:lnTo>
                  <a:lnTo>
                    <a:pt x="48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3"/>
            <p:cNvSpPr/>
            <p:nvPr/>
          </p:nvSpPr>
          <p:spPr>
            <a:xfrm>
              <a:off x="1196616" y="2468055"/>
              <a:ext cx="31254" cy="18298"/>
            </a:xfrm>
            <a:custGeom>
              <a:avLst/>
              <a:gdLst/>
              <a:ahLst/>
              <a:cxnLst/>
              <a:rect l="l" t="t" r="r" b="b"/>
              <a:pathLst>
                <a:path w="977" h="572" extrusionOk="0">
                  <a:moveTo>
                    <a:pt x="489" y="0"/>
                  </a:moveTo>
                  <a:lnTo>
                    <a:pt x="1" y="286"/>
                  </a:lnTo>
                  <a:lnTo>
                    <a:pt x="489" y="572"/>
                  </a:lnTo>
                  <a:lnTo>
                    <a:pt x="977" y="286"/>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3"/>
            <p:cNvSpPr/>
            <p:nvPr/>
          </p:nvSpPr>
          <p:spPr>
            <a:xfrm>
              <a:off x="1218721" y="2455483"/>
              <a:ext cx="31254" cy="18298"/>
            </a:xfrm>
            <a:custGeom>
              <a:avLst/>
              <a:gdLst/>
              <a:ahLst/>
              <a:cxnLst/>
              <a:rect l="l" t="t" r="r" b="b"/>
              <a:pathLst>
                <a:path w="977" h="572" extrusionOk="0">
                  <a:moveTo>
                    <a:pt x="488" y="0"/>
                  </a:moveTo>
                  <a:lnTo>
                    <a:pt x="0" y="286"/>
                  </a:lnTo>
                  <a:lnTo>
                    <a:pt x="488" y="572"/>
                  </a:lnTo>
                  <a:lnTo>
                    <a:pt x="976" y="286"/>
                  </a:lnTo>
                  <a:lnTo>
                    <a:pt x="48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3"/>
            <p:cNvSpPr/>
            <p:nvPr/>
          </p:nvSpPr>
          <p:spPr>
            <a:xfrm>
              <a:off x="1240794" y="2442911"/>
              <a:ext cx="31254" cy="17914"/>
            </a:xfrm>
            <a:custGeom>
              <a:avLst/>
              <a:gdLst/>
              <a:ahLst/>
              <a:cxnLst/>
              <a:rect l="l" t="t" r="r" b="b"/>
              <a:pathLst>
                <a:path w="977" h="560" extrusionOk="0">
                  <a:moveTo>
                    <a:pt x="489" y="0"/>
                  </a:moveTo>
                  <a:lnTo>
                    <a:pt x="1" y="274"/>
                  </a:lnTo>
                  <a:lnTo>
                    <a:pt x="489" y="560"/>
                  </a:lnTo>
                  <a:lnTo>
                    <a:pt x="977" y="286"/>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3"/>
            <p:cNvSpPr/>
            <p:nvPr/>
          </p:nvSpPr>
          <p:spPr>
            <a:xfrm>
              <a:off x="1262515" y="2429956"/>
              <a:ext cx="31638" cy="18330"/>
            </a:xfrm>
            <a:custGeom>
              <a:avLst/>
              <a:gdLst/>
              <a:ahLst/>
              <a:cxnLst/>
              <a:rect l="l" t="t" r="r" b="b"/>
              <a:pathLst>
                <a:path w="989" h="573" extrusionOk="0">
                  <a:moveTo>
                    <a:pt x="489" y="1"/>
                  </a:moveTo>
                  <a:lnTo>
                    <a:pt x="0" y="286"/>
                  </a:lnTo>
                  <a:lnTo>
                    <a:pt x="500" y="572"/>
                  </a:lnTo>
                  <a:lnTo>
                    <a:pt x="989" y="286"/>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3"/>
            <p:cNvSpPr/>
            <p:nvPr/>
          </p:nvSpPr>
          <p:spPr>
            <a:xfrm>
              <a:off x="1284588" y="2417384"/>
              <a:ext cx="31286" cy="18330"/>
            </a:xfrm>
            <a:custGeom>
              <a:avLst/>
              <a:gdLst/>
              <a:ahLst/>
              <a:cxnLst/>
              <a:rect l="l" t="t" r="r" b="b"/>
              <a:pathLst>
                <a:path w="978" h="573" extrusionOk="0">
                  <a:moveTo>
                    <a:pt x="489" y="1"/>
                  </a:moveTo>
                  <a:lnTo>
                    <a:pt x="1" y="286"/>
                  </a:lnTo>
                  <a:lnTo>
                    <a:pt x="489" y="572"/>
                  </a:lnTo>
                  <a:lnTo>
                    <a:pt x="977" y="286"/>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3"/>
            <p:cNvSpPr/>
            <p:nvPr/>
          </p:nvSpPr>
          <p:spPr>
            <a:xfrm>
              <a:off x="1306692" y="2404812"/>
              <a:ext cx="31254" cy="17946"/>
            </a:xfrm>
            <a:custGeom>
              <a:avLst/>
              <a:gdLst/>
              <a:ahLst/>
              <a:cxnLst/>
              <a:rect l="l" t="t" r="r" b="b"/>
              <a:pathLst>
                <a:path w="977" h="561" extrusionOk="0">
                  <a:moveTo>
                    <a:pt x="489" y="1"/>
                  </a:moveTo>
                  <a:lnTo>
                    <a:pt x="0" y="275"/>
                  </a:lnTo>
                  <a:lnTo>
                    <a:pt x="489" y="560"/>
                  </a:lnTo>
                  <a:lnTo>
                    <a:pt x="977" y="286"/>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3"/>
            <p:cNvSpPr/>
            <p:nvPr/>
          </p:nvSpPr>
          <p:spPr>
            <a:xfrm>
              <a:off x="1328413" y="2392240"/>
              <a:ext cx="31638" cy="17946"/>
            </a:xfrm>
            <a:custGeom>
              <a:avLst/>
              <a:gdLst/>
              <a:ahLst/>
              <a:cxnLst/>
              <a:rect l="l" t="t" r="r" b="b"/>
              <a:pathLst>
                <a:path w="989" h="561" extrusionOk="0">
                  <a:moveTo>
                    <a:pt x="488" y="1"/>
                  </a:moveTo>
                  <a:lnTo>
                    <a:pt x="0" y="275"/>
                  </a:lnTo>
                  <a:lnTo>
                    <a:pt x="500" y="560"/>
                  </a:lnTo>
                  <a:lnTo>
                    <a:pt x="988" y="275"/>
                  </a:lnTo>
                  <a:lnTo>
                    <a:pt x="48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3"/>
            <p:cNvSpPr/>
            <p:nvPr/>
          </p:nvSpPr>
          <p:spPr>
            <a:xfrm>
              <a:off x="1350486" y="2379284"/>
              <a:ext cx="31254" cy="18330"/>
            </a:xfrm>
            <a:custGeom>
              <a:avLst/>
              <a:gdLst/>
              <a:ahLst/>
              <a:cxnLst/>
              <a:rect l="l" t="t" r="r" b="b"/>
              <a:pathLst>
                <a:path w="977" h="573" extrusionOk="0">
                  <a:moveTo>
                    <a:pt x="489" y="1"/>
                  </a:moveTo>
                  <a:lnTo>
                    <a:pt x="1" y="287"/>
                  </a:lnTo>
                  <a:lnTo>
                    <a:pt x="489" y="572"/>
                  </a:lnTo>
                  <a:lnTo>
                    <a:pt x="977" y="287"/>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3"/>
            <p:cNvSpPr/>
            <p:nvPr/>
          </p:nvSpPr>
          <p:spPr>
            <a:xfrm>
              <a:off x="1372591" y="2366744"/>
              <a:ext cx="31254" cy="17914"/>
            </a:xfrm>
            <a:custGeom>
              <a:avLst/>
              <a:gdLst/>
              <a:ahLst/>
              <a:cxnLst/>
              <a:rect l="l" t="t" r="r" b="b"/>
              <a:pathLst>
                <a:path w="977" h="560" extrusionOk="0">
                  <a:moveTo>
                    <a:pt x="488" y="0"/>
                  </a:moveTo>
                  <a:lnTo>
                    <a:pt x="0" y="286"/>
                  </a:lnTo>
                  <a:lnTo>
                    <a:pt x="488" y="560"/>
                  </a:lnTo>
                  <a:lnTo>
                    <a:pt x="977" y="286"/>
                  </a:lnTo>
                  <a:lnTo>
                    <a:pt x="48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3"/>
            <p:cNvSpPr/>
            <p:nvPr/>
          </p:nvSpPr>
          <p:spPr>
            <a:xfrm>
              <a:off x="1089579" y="2558682"/>
              <a:ext cx="31670" cy="18330"/>
            </a:xfrm>
            <a:custGeom>
              <a:avLst/>
              <a:gdLst/>
              <a:ahLst/>
              <a:cxnLst/>
              <a:rect l="l" t="t" r="r" b="b"/>
              <a:pathLst>
                <a:path w="990" h="573" extrusionOk="0">
                  <a:moveTo>
                    <a:pt x="489" y="1"/>
                  </a:moveTo>
                  <a:lnTo>
                    <a:pt x="1" y="287"/>
                  </a:lnTo>
                  <a:lnTo>
                    <a:pt x="501" y="572"/>
                  </a:lnTo>
                  <a:lnTo>
                    <a:pt x="989" y="287"/>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3"/>
            <p:cNvSpPr/>
            <p:nvPr/>
          </p:nvSpPr>
          <p:spPr>
            <a:xfrm>
              <a:off x="1111684" y="2546110"/>
              <a:ext cx="31254" cy="17946"/>
            </a:xfrm>
            <a:custGeom>
              <a:avLst/>
              <a:gdLst/>
              <a:ahLst/>
              <a:cxnLst/>
              <a:rect l="l" t="t" r="r" b="b"/>
              <a:pathLst>
                <a:path w="977" h="561" extrusionOk="0">
                  <a:moveTo>
                    <a:pt x="489" y="1"/>
                  </a:moveTo>
                  <a:lnTo>
                    <a:pt x="0" y="275"/>
                  </a:lnTo>
                  <a:lnTo>
                    <a:pt x="489" y="561"/>
                  </a:lnTo>
                  <a:lnTo>
                    <a:pt x="977" y="287"/>
                  </a:ln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3"/>
            <p:cNvSpPr/>
            <p:nvPr/>
          </p:nvSpPr>
          <p:spPr>
            <a:xfrm>
              <a:off x="1133788" y="2533186"/>
              <a:ext cx="31254" cy="18298"/>
            </a:xfrm>
            <a:custGeom>
              <a:avLst/>
              <a:gdLst/>
              <a:ahLst/>
              <a:cxnLst/>
              <a:rect l="l" t="t" r="r" b="b"/>
              <a:pathLst>
                <a:path w="977" h="572" extrusionOk="0">
                  <a:moveTo>
                    <a:pt x="488" y="0"/>
                  </a:moveTo>
                  <a:lnTo>
                    <a:pt x="0" y="286"/>
                  </a:lnTo>
                  <a:lnTo>
                    <a:pt x="488" y="572"/>
                  </a:lnTo>
                  <a:lnTo>
                    <a:pt x="976" y="286"/>
                  </a:lnTo>
                  <a:lnTo>
                    <a:pt x="48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3"/>
            <p:cNvSpPr/>
            <p:nvPr/>
          </p:nvSpPr>
          <p:spPr>
            <a:xfrm>
              <a:off x="1155477" y="2520614"/>
              <a:ext cx="31638" cy="18298"/>
            </a:xfrm>
            <a:custGeom>
              <a:avLst/>
              <a:gdLst/>
              <a:ahLst/>
              <a:cxnLst/>
              <a:rect l="l" t="t" r="r" b="b"/>
              <a:pathLst>
                <a:path w="989" h="572" extrusionOk="0">
                  <a:moveTo>
                    <a:pt x="489" y="0"/>
                  </a:moveTo>
                  <a:lnTo>
                    <a:pt x="1" y="286"/>
                  </a:lnTo>
                  <a:lnTo>
                    <a:pt x="501" y="572"/>
                  </a:lnTo>
                  <a:lnTo>
                    <a:pt x="989" y="286"/>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3"/>
            <p:cNvSpPr/>
            <p:nvPr/>
          </p:nvSpPr>
          <p:spPr>
            <a:xfrm>
              <a:off x="1177582" y="2431875"/>
              <a:ext cx="163437" cy="94083"/>
            </a:xfrm>
            <a:custGeom>
              <a:avLst/>
              <a:gdLst/>
              <a:ahLst/>
              <a:cxnLst/>
              <a:rect l="l" t="t" r="r" b="b"/>
              <a:pathLst>
                <a:path w="5109" h="2941" extrusionOk="0">
                  <a:moveTo>
                    <a:pt x="4608" y="0"/>
                  </a:moveTo>
                  <a:lnTo>
                    <a:pt x="4370" y="143"/>
                  </a:lnTo>
                  <a:lnTo>
                    <a:pt x="4120" y="286"/>
                  </a:lnTo>
                  <a:lnTo>
                    <a:pt x="3929" y="393"/>
                  </a:lnTo>
                  <a:lnTo>
                    <a:pt x="3441" y="679"/>
                  </a:lnTo>
                  <a:lnTo>
                    <a:pt x="3239" y="798"/>
                  </a:lnTo>
                  <a:lnTo>
                    <a:pt x="2751" y="1072"/>
                  </a:lnTo>
                  <a:lnTo>
                    <a:pt x="2548" y="1191"/>
                  </a:lnTo>
                  <a:lnTo>
                    <a:pt x="2060" y="1476"/>
                  </a:lnTo>
                  <a:lnTo>
                    <a:pt x="1870" y="1584"/>
                  </a:lnTo>
                  <a:lnTo>
                    <a:pt x="1381" y="1869"/>
                  </a:lnTo>
                  <a:lnTo>
                    <a:pt x="1179" y="1976"/>
                  </a:lnTo>
                  <a:lnTo>
                    <a:pt x="691" y="2262"/>
                  </a:lnTo>
                  <a:lnTo>
                    <a:pt x="0" y="2655"/>
                  </a:lnTo>
                  <a:lnTo>
                    <a:pt x="488" y="2941"/>
                  </a:lnTo>
                  <a:lnTo>
                    <a:pt x="1179" y="2548"/>
                  </a:lnTo>
                  <a:lnTo>
                    <a:pt x="1667" y="2262"/>
                  </a:lnTo>
                  <a:lnTo>
                    <a:pt x="1870" y="2155"/>
                  </a:lnTo>
                  <a:lnTo>
                    <a:pt x="2358" y="1869"/>
                  </a:lnTo>
                  <a:lnTo>
                    <a:pt x="2560" y="1750"/>
                  </a:lnTo>
                  <a:lnTo>
                    <a:pt x="3048" y="1476"/>
                  </a:lnTo>
                  <a:lnTo>
                    <a:pt x="3239" y="1357"/>
                  </a:lnTo>
                  <a:lnTo>
                    <a:pt x="3727" y="1072"/>
                  </a:lnTo>
                  <a:lnTo>
                    <a:pt x="3929" y="964"/>
                  </a:lnTo>
                  <a:lnTo>
                    <a:pt x="4417" y="679"/>
                  </a:lnTo>
                  <a:lnTo>
                    <a:pt x="4620" y="560"/>
                  </a:lnTo>
                  <a:lnTo>
                    <a:pt x="4858" y="429"/>
                  </a:lnTo>
                  <a:lnTo>
                    <a:pt x="5108" y="286"/>
                  </a:lnTo>
                  <a:lnTo>
                    <a:pt x="46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3"/>
            <p:cNvSpPr/>
            <p:nvPr/>
          </p:nvSpPr>
          <p:spPr>
            <a:xfrm>
              <a:off x="1331452" y="2419303"/>
              <a:ext cx="31254" cy="17914"/>
            </a:xfrm>
            <a:custGeom>
              <a:avLst/>
              <a:gdLst/>
              <a:ahLst/>
              <a:cxnLst/>
              <a:rect l="l" t="t" r="r" b="b"/>
              <a:pathLst>
                <a:path w="977" h="560" extrusionOk="0">
                  <a:moveTo>
                    <a:pt x="489" y="0"/>
                  </a:moveTo>
                  <a:lnTo>
                    <a:pt x="0" y="274"/>
                  </a:lnTo>
                  <a:lnTo>
                    <a:pt x="489" y="560"/>
                  </a:lnTo>
                  <a:lnTo>
                    <a:pt x="977" y="274"/>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3"/>
            <p:cNvSpPr/>
            <p:nvPr/>
          </p:nvSpPr>
          <p:spPr>
            <a:xfrm>
              <a:off x="1353525" y="2406347"/>
              <a:ext cx="31286" cy="18298"/>
            </a:xfrm>
            <a:custGeom>
              <a:avLst/>
              <a:gdLst/>
              <a:ahLst/>
              <a:cxnLst/>
              <a:rect l="l" t="t" r="r" b="b"/>
              <a:pathLst>
                <a:path w="978" h="572" extrusionOk="0">
                  <a:moveTo>
                    <a:pt x="489" y="0"/>
                  </a:moveTo>
                  <a:lnTo>
                    <a:pt x="1" y="286"/>
                  </a:lnTo>
                  <a:lnTo>
                    <a:pt x="489" y="572"/>
                  </a:lnTo>
                  <a:lnTo>
                    <a:pt x="977" y="286"/>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3"/>
            <p:cNvSpPr/>
            <p:nvPr/>
          </p:nvSpPr>
          <p:spPr>
            <a:xfrm>
              <a:off x="1375630" y="2393775"/>
              <a:ext cx="31254" cy="17946"/>
            </a:xfrm>
            <a:custGeom>
              <a:avLst/>
              <a:gdLst/>
              <a:ahLst/>
              <a:cxnLst/>
              <a:rect l="l" t="t" r="r" b="b"/>
              <a:pathLst>
                <a:path w="977" h="561" extrusionOk="0">
                  <a:moveTo>
                    <a:pt x="489" y="0"/>
                  </a:moveTo>
                  <a:lnTo>
                    <a:pt x="1" y="286"/>
                  </a:lnTo>
                  <a:lnTo>
                    <a:pt x="489" y="560"/>
                  </a:lnTo>
                  <a:lnTo>
                    <a:pt x="977" y="286"/>
                  </a:lnTo>
                  <a:lnTo>
                    <a:pt x="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3"/>
            <p:cNvSpPr/>
            <p:nvPr/>
          </p:nvSpPr>
          <p:spPr>
            <a:xfrm>
              <a:off x="1397351" y="2381203"/>
              <a:ext cx="31638" cy="17946"/>
            </a:xfrm>
            <a:custGeom>
              <a:avLst/>
              <a:gdLst/>
              <a:ahLst/>
              <a:cxnLst/>
              <a:rect l="l" t="t" r="r" b="b"/>
              <a:pathLst>
                <a:path w="989" h="561" extrusionOk="0">
                  <a:moveTo>
                    <a:pt x="488" y="1"/>
                  </a:moveTo>
                  <a:lnTo>
                    <a:pt x="0" y="274"/>
                  </a:lnTo>
                  <a:lnTo>
                    <a:pt x="500" y="560"/>
                  </a:lnTo>
                  <a:lnTo>
                    <a:pt x="988" y="274"/>
                  </a:lnTo>
                  <a:lnTo>
                    <a:pt x="48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8" name="Google Shape;508;p33"/>
          <p:cNvGrpSpPr/>
          <p:nvPr/>
        </p:nvGrpSpPr>
        <p:grpSpPr>
          <a:xfrm>
            <a:off x="9325440" y="2920350"/>
            <a:ext cx="433388" cy="242580"/>
            <a:chOff x="1366097" y="2245375"/>
            <a:chExt cx="184774" cy="103424"/>
          </a:xfrm>
        </p:grpSpPr>
        <p:sp>
          <p:nvSpPr>
            <p:cNvPr id="509" name="Google Shape;509;p33"/>
            <p:cNvSpPr/>
            <p:nvPr/>
          </p:nvSpPr>
          <p:spPr>
            <a:xfrm>
              <a:off x="1366097" y="2249758"/>
              <a:ext cx="184774" cy="99041"/>
            </a:xfrm>
            <a:custGeom>
              <a:avLst/>
              <a:gdLst/>
              <a:ahLst/>
              <a:cxnLst/>
              <a:rect l="l" t="t" r="r" b="b"/>
              <a:pathLst>
                <a:path w="5776" h="3096" extrusionOk="0">
                  <a:moveTo>
                    <a:pt x="2777" y="0"/>
                  </a:moveTo>
                  <a:cubicBezTo>
                    <a:pt x="2319" y="0"/>
                    <a:pt x="1844" y="116"/>
                    <a:pt x="1477" y="347"/>
                  </a:cubicBezTo>
                  <a:lnTo>
                    <a:pt x="739" y="538"/>
                  </a:lnTo>
                  <a:cubicBezTo>
                    <a:pt x="1" y="1002"/>
                    <a:pt x="275" y="1859"/>
                    <a:pt x="1084" y="2193"/>
                  </a:cubicBezTo>
                  <a:lnTo>
                    <a:pt x="2966" y="2943"/>
                  </a:lnTo>
                  <a:cubicBezTo>
                    <a:pt x="3218" y="3046"/>
                    <a:pt x="3511" y="3095"/>
                    <a:pt x="3809" y="3095"/>
                  </a:cubicBezTo>
                  <a:cubicBezTo>
                    <a:pt x="4269" y="3095"/>
                    <a:pt x="4742" y="2976"/>
                    <a:pt x="5097" y="2752"/>
                  </a:cubicBezTo>
                  <a:cubicBezTo>
                    <a:pt x="5680" y="2383"/>
                    <a:pt x="5775" y="1835"/>
                    <a:pt x="5311" y="1454"/>
                  </a:cubicBezTo>
                  <a:lnTo>
                    <a:pt x="3978" y="359"/>
                  </a:lnTo>
                  <a:cubicBezTo>
                    <a:pt x="3684" y="119"/>
                    <a:pt x="3240" y="0"/>
                    <a:pt x="2777" y="0"/>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3"/>
            <p:cNvSpPr/>
            <p:nvPr/>
          </p:nvSpPr>
          <p:spPr>
            <a:xfrm>
              <a:off x="1371823" y="2245375"/>
              <a:ext cx="174473" cy="93763"/>
            </a:xfrm>
            <a:custGeom>
              <a:avLst/>
              <a:gdLst/>
              <a:ahLst/>
              <a:cxnLst/>
              <a:rect l="l" t="t" r="r" b="b"/>
              <a:pathLst>
                <a:path w="5454" h="2931" extrusionOk="0">
                  <a:moveTo>
                    <a:pt x="2324" y="0"/>
                  </a:moveTo>
                  <a:cubicBezTo>
                    <a:pt x="1919" y="0"/>
                    <a:pt x="1513" y="88"/>
                    <a:pt x="1203" y="270"/>
                  </a:cubicBezTo>
                  <a:lnTo>
                    <a:pt x="691" y="567"/>
                  </a:lnTo>
                  <a:cubicBezTo>
                    <a:pt x="0" y="960"/>
                    <a:pt x="96" y="1627"/>
                    <a:pt x="893" y="1972"/>
                  </a:cubicBezTo>
                  <a:lnTo>
                    <a:pt x="2763" y="2746"/>
                  </a:lnTo>
                  <a:cubicBezTo>
                    <a:pt x="3047" y="2870"/>
                    <a:pt x="3381" y="2930"/>
                    <a:pt x="3715" y="2930"/>
                  </a:cubicBezTo>
                  <a:cubicBezTo>
                    <a:pt x="4122" y="2930"/>
                    <a:pt x="4527" y="2840"/>
                    <a:pt x="4834" y="2663"/>
                  </a:cubicBezTo>
                  <a:cubicBezTo>
                    <a:pt x="5394" y="2342"/>
                    <a:pt x="5454" y="1830"/>
                    <a:pt x="4989" y="1460"/>
                  </a:cubicBezTo>
                  <a:lnTo>
                    <a:pt x="3632" y="389"/>
                  </a:lnTo>
                  <a:cubicBezTo>
                    <a:pt x="3317" y="133"/>
                    <a:pt x="2821" y="0"/>
                    <a:pt x="2324" y="0"/>
                  </a:cubicBezTo>
                  <a:close/>
                </a:path>
              </a:pathLst>
            </a:custGeom>
            <a:gradFill>
              <a:gsLst>
                <a:gs pos="0">
                  <a:schemeClr val="dk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3"/>
            <p:cNvSpPr/>
            <p:nvPr/>
          </p:nvSpPr>
          <p:spPr>
            <a:xfrm>
              <a:off x="1419040" y="2259483"/>
              <a:ext cx="35829" cy="19738"/>
            </a:xfrm>
            <a:custGeom>
              <a:avLst/>
              <a:gdLst/>
              <a:ahLst/>
              <a:cxnLst/>
              <a:rect l="l" t="t" r="r" b="b"/>
              <a:pathLst>
                <a:path w="1120" h="617" extrusionOk="0">
                  <a:moveTo>
                    <a:pt x="263" y="1"/>
                  </a:moveTo>
                  <a:cubicBezTo>
                    <a:pt x="205" y="1"/>
                    <a:pt x="143" y="16"/>
                    <a:pt x="96" y="43"/>
                  </a:cubicBezTo>
                  <a:cubicBezTo>
                    <a:pt x="13" y="91"/>
                    <a:pt x="1" y="162"/>
                    <a:pt x="72" y="210"/>
                  </a:cubicBezTo>
                  <a:lnTo>
                    <a:pt x="739" y="591"/>
                  </a:lnTo>
                  <a:cubicBezTo>
                    <a:pt x="772" y="607"/>
                    <a:pt x="818" y="616"/>
                    <a:pt x="866" y="616"/>
                  </a:cubicBezTo>
                  <a:cubicBezTo>
                    <a:pt x="922" y="616"/>
                    <a:pt x="980" y="604"/>
                    <a:pt x="1025" y="579"/>
                  </a:cubicBezTo>
                  <a:cubicBezTo>
                    <a:pt x="1108" y="519"/>
                    <a:pt x="1120" y="448"/>
                    <a:pt x="1049" y="412"/>
                  </a:cubicBezTo>
                  <a:lnTo>
                    <a:pt x="382" y="31"/>
                  </a:lnTo>
                  <a:cubicBezTo>
                    <a:pt x="350" y="10"/>
                    <a:pt x="308" y="1"/>
                    <a:pt x="2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2" name="Google Shape;512;p33"/>
          <p:cNvGrpSpPr/>
          <p:nvPr/>
        </p:nvGrpSpPr>
        <p:grpSpPr>
          <a:xfrm>
            <a:off x="7056910" y="387714"/>
            <a:ext cx="1007328" cy="1196023"/>
            <a:chOff x="1673102" y="2206764"/>
            <a:chExt cx="335575" cy="398435"/>
          </a:xfrm>
        </p:grpSpPr>
        <p:sp>
          <p:nvSpPr>
            <p:cNvPr id="513" name="Google Shape;513;p33"/>
            <p:cNvSpPr/>
            <p:nvPr/>
          </p:nvSpPr>
          <p:spPr>
            <a:xfrm>
              <a:off x="1743927" y="2534690"/>
              <a:ext cx="97538" cy="70506"/>
            </a:xfrm>
            <a:custGeom>
              <a:avLst/>
              <a:gdLst/>
              <a:ahLst/>
              <a:cxnLst/>
              <a:rect l="l" t="t" r="r" b="b"/>
              <a:pathLst>
                <a:path w="3049" h="2204" extrusionOk="0">
                  <a:moveTo>
                    <a:pt x="1" y="1"/>
                  </a:moveTo>
                  <a:lnTo>
                    <a:pt x="1561" y="1334"/>
                  </a:lnTo>
                  <a:lnTo>
                    <a:pt x="3049" y="2203"/>
                  </a:lnTo>
                  <a:lnTo>
                    <a:pt x="1489" y="870"/>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3"/>
            <p:cNvSpPr/>
            <p:nvPr/>
          </p:nvSpPr>
          <p:spPr>
            <a:xfrm>
              <a:off x="1673102" y="2206764"/>
              <a:ext cx="324539" cy="377482"/>
            </a:xfrm>
            <a:custGeom>
              <a:avLst/>
              <a:gdLst/>
              <a:ahLst/>
              <a:cxnLst/>
              <a:rect l="l" t="t" r="r" b="b"/>
              <a:pathLst>
                <a:path w="10145" h="11800" extrusionOk="0">
                  <a:moveTo>
                    <a:pt x="8349" y="1"/>
                  </a:moveTo>
                  <a:cubicBezTo>
                    <a:pt x="8196" y="1"/>
                    <a:pt x="8025" y="52"/>
                    <a:pt x="7847" y="155"/>
                  </a:cubicBezTo>
                  <a:lnTo>
                    <a:pt x="1143" y="4025"/>
                  </a:lnTo>
                  <a:cubicBezTo>
                    <a:pt x="512" y="4382"/>
                    <a:pt x="0" y="5263"/>
                    <a:pt x="12" y="5989"/>
                  </a:cubicBezTo>
                  <a:lnTo>
                    <a:pt x="24" y="10204"/>
                  </a:lnTo>
                  <a:cubicBezTo>
                    <a:pt x="24" y="10561"/>
                    <a:pt x="143" y="10823"/>
                    <a:pt x="346" y="10942"/>
                  </a:cubicBezTo>
                  <a:lnTo>
                    <a:pt x="1834" y="11800"/>
                  </a:lnTo>
                  <a:cubicBezTo>
                    <a:pt x="1631" y="11680"/>
                    <a:pt x="1512" y="11430"/>
                    <a:pt x="1512" y="11073"/>
                  </a:cubicBezTo>
                  <a:lnTo>
                    <a:pt x="1500" y="6858"/>
                  </a:lnTo>
                  <a:cubicBezTo>
                    <a:pt x="1489" y="6132"/>
                    <a:pt x="2001" y="5251"/>
                    <a:pt x="2632" y="4894"/>
                  </a:cubicBezTo>
                  <a:lnTo>
                    <a:pt x="9335" y="1024"/>
                  </a:lnTo>
                  <a:cubicBezTo>
                    <a:pt x="9514" y="914"/>
                    <a:pt x="9685" y="864"/>
                    <a:pt x="9838" y="864"/>
                  </a:cubicBezTo>
                  <a:cubicBezTo>
                    <a:pt x="9951" y="864"/>
                    <a:pt x="10054" y="891"/>
                    <a:pt x="10144" y="941"/>
                  </a:cubicBezTo>
                  <a:lnTo>
                    <a:pt x="8656" y="84"/>
                  </a:lnTo>
                  <a:cubicBezTo>
                    <a:pt x="8565" y="28"/>
                    <a:pt x="8462" y="1"/>
                    <a:pt x="8349" y="1"/>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3"/>
            <p:cNvSpPr/>
            <p:nvPr/>
          </p:nvSpPr>
          <p:spPr>
            <a:xfrm>
              <a:off x="1720702" y="2234435"/>
              <a:ext cx="287974" cy="370764"/>
            </a:xfrm>
            <a:custGeom>
              <a:avLst/>
              <a:gdLst/>
              <a:ahLst/>
              <a:cxnLst/>
              <a:rect l="l" t="t" r="r" b="b"/>
              <a:pathLst>
                <a:path w="9002" h="11590" extrusionOk="0">
                  <a:moveTo>
                    <a:pt x="8352" y="1"/>
                  </a:moveTo>
                  <a:cubicBezTo>
                    <a:pt x="8199" y="1"/>
                    <a:pt x="8028" y="52"/>
                    <a:pt x="7847" y="159"/>
                  </a:cubicBezTo>
                  <a:lnTo>
                    <a:pt x="1144" y="4029"/>
                  </a:lnTo>
                  <a:cubicBezTo>
                    <a:pt x="513" y="4386"/>
                    <a:pt x="1" y="5267"/>
                    <a:pt x="12" y="5993"/>
                  </a:cubicBezTo>
                  <a:lnTo>
                    <a:pt x="24" y="10208"/>
                  </a:lnTo>
                  <a:cubicBezTo>
                    <a:pt x="24" y="10723"/>
                    <a:pt x="282" y="11017"/>
                    <a:pt x="656" y="11017"/>
                  </a:cubicBezTo>
                  <a:cubicBezTo>
                    <a:pt x="810" y="11017"/>
                    <a:pt x="984" y="10967"/>
                    <a:pt x="1167" y="10863"/>
                  </a:cubicBezTo>
                  <a:lnTo>
                    <a:pt x="2215" y="10256"/>
                  </a:lnTo>
                  <a:lnTo>
                    <a:pt x="3775" y="11589"/>
                  </a:lnTo>
                  <a:lnTo>
                    <a:pt x="3775" y="9351"/>
                  </a:lnTo>
                  <a:lnTo>
                    <a:pt x="7859" y="6994"/>
                  </a:lnTo>
                  <a:cubicBezTo>
                    <a:pt x="8490" y="6624"/>
                    <a:pt x="9002" y="5743"/>
                    <a:pt x="9002" y="5029"/>
                  </a:cubicBezTo>
                  <a:lnTo>
                    <a:pt x="8990" y="814"/>
                  </a:lnTo>
                  <a:cubicBezTo>
                    <a:pt x="8981" y="300"/>
                    <a:pt x="8722" y="1"/>
                    <a:pt x="8352" y="1"/>
                  </a:cubicBezTo>
                  <a:close/>
                </a:path>
              </a:pathLst>
            </a:custGeom>
            <a:gradFill>
              <a:gsLst>
                <a:gs pos="0">
                  <a:schemeClr val="dk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3"/>
            <p:cNvSpPr/>
            <p:nvPr/>
          </p:nvSpPr>
          <p:spPr>
            <a:xfrm>
              <a:off x="1769455" y="2438465"/>
              <a:ext cx="27831" cy="35573"/>
            </a:xfrm>
            <a:custGeom>
              <a:avLst/>
              <a:gdLst/>
              <a:ahLst/>
              <a:cxnLst/>
              <a:rect l="l" t="t" r="r" b="b"/>
              <a:pathLst>
                <a:path w="870" h="1112" extrusionOk="0">
                  <a:moveTo>
                    <a:pt x="627" y="0"/>
                  </a:moveTo>
                  <a:cubicBezTo>
                    <a:pt x="568" y="0"/>
                    <a:pt x="501" y="18"/>
                    <a:pt x="429" y="56"/>
                  </a:cubicBezTo>
                  <a:cubicBezTo>
                    <a:pt x="191" y="199"/>
                    <a:pt x="1" y="532"/>
                    <a:pt x="1" y="806"/>
                  </a:cubicBezTo>
                  <a:cubicBezTo>
                    <a:pt x="1" y="1001"/>
                    <a:pt x="97" y="1112"/>
                    <a:pt x="239" y="1112"/>
                  </a:cubicBezTo>
                  <a:cubicBezTo>
                    <a:pt x="296" y="1112"/>
                    <a:pt x="361" y="1094"/>
                    <a:pt x="429" y="1056"/>
                  </a:cubicBezTo>
                  <a:cubicBezTo>
                    <a:pt x="679" y="913"/>
                    <a:pt x="870" y="580"/>
                    <a:pt x="870" y="306"/>
                  </a:cubicBezTo>
                  <a:cubicBezTo>
                    <a:pt x="870" y="111"/>
                    <a:pt x="773" y="0"/>
                    <a:pt x="6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3"/>
            <p:cNvSpPr/>
            <p:nvPr/>
          </p:nvSpPr>
          <p:spPr>
            <a:xfrm>
              <a:off x="1822398" y="2407819"/>
              <a:ext cx="27831" cy="35765"/>
            </a:xfrm>
            <a:custGeom>
              <a:avLst/>
              <a:gdLst/>
              <a:ahLst/>
              <a:cxnLst/>
              <a:rect l="l" t="t" r="r" b="b"/>
              <a:pathLst>
                <a:path w="870" h="1118" extrusionOk="0">
                  <a:moveTo>
                    <a:pt x="633" y="1"/>
                  </a:moveTo>
                  <a:cubicBezTo>
                    <a:pt x="575" y="1"/>
                    <a:pt x="510" y="20"/>
                    <a:pt x="441" y="61"/>
                  </a:cubicBezTo>
                  <a:cubicBezTo>
                    <a:pt x="191" y="192"/>
                    <a:pt x="1" y="538"/>
                    <a:pt x="1" y="812"/>
                  </a:cubicBezTo>
                  <a:cubicBezTo>
                    <a:pt x="1" y="1007"/>
                    <a:pt x="97" y="1117"/>
                    <a:pt x="243" y="1117"/>
                  </a:cubicBezTo>
                  <a:cubicBezTo>
                    <a:pt x="302" y="1117"/>
                    <a:pt x="369" y="1099"/>
                    <a:pt x="441" y="1062"/>
                  </a:cubicBezTo>
                  <a:cubicBezTo>
                    <a:pt x="679" y="919"/>
                    <a:pt x="870" y="585"/>
                    <a:pt x="870" y="312"/>
                  </a:cubicBezTo>
                  <a:cubicBezTo>
                    <a:pt x="870" y="117"/>
                    <a:pt x="774" y="1"/>
                    <a:pt x="63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3"/>
            <p:cNvSpPr/>
            <p:nvPr/>
          </p:nvSpPr>
          <p:spPr>
            <a:xfrm>
              <a:off x="1875340" y="2377269"/>
              <a:ext cx="27831" cy="35701"/>
            </a:xfrm>
            <a:custGeom>
              <a:avLst/>
              <a:gdLst/>
              <a:ahLst/>
              <a:cxnLst/>
              <a:rect l="l" t="t" r="r" b="b"/>
              <a:pathLst>
                <a:path w="870" h="1116" extrusionOk="0">
                  <a:moveTo>
                    <a:pt x="639" y="1"/>
                  </a:moveTo>
                  <a:cubicBezTo>
                    <a:pt x="580" y="1"/>
                    <a:pt x="513" y="21"/>
                    <a:pt x="441" y="64"/>
                  </a:cubicBezTo>
                  <a:cubicBezTo>
                    <a:pt x="191" y="195"/>
                    <a:pt x="1" y="528"/>
                    <a:pt x="1" y="802"/>
                  </a:cubicBezTo>
                  <a:cubicBezTo>
                    <a:pt x="1" y="1003"/>
                    <a:pt x="94" y="1115"/>
                    <a:pt x="237" y="1115"/>
                  </a:cubicBezTo>
                  <a:cubicBezTo>
                    <a:pt x="297" y="1115"/>
                    <a:pt x="366" y="1095"/>
                    <a:pt x="441" y="1052"/>
                  </a:cubicBezTo>
                  <a:cubicBezTo>
                    <a:pt x="679" y="921"/>
                    <a:pt x="870" y="576"/>
                    <a:pt x="870" y="302"/>
                  </a:cubicBezTo>
                  <a:cubicBezTo>
                    <a:pt x="870" y="111"/>
                    <a:pt x="777" y="1"/>
                    <a:pt x="6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3"/>
            <p:cNvSpPr/>
            <p:nvPr/>
          </p:nvSpPr>
          <p:spPr>
            <a:xfrm>
              <a:off x="1928283" y="2346655"/>
              <a:ext cx="27831" cy="35765"/>
            </a:xfrm>
            <a:custGeom>
              <a:avLst/>
              <a:gdLst/>
              <a:ahLst/>
              <a:cxnLst/>
              <a:rect l="l" t="t" r="r" b="b"/>
              <a:pathLst>
                <a:path w="870" h="1118" extrusionOk="0">
                  <a:moveTo>
                    <a:pt x="631" y="1"/>
                  </a:moveTo>
                  <a:cubicBezTo>
                    <a:pt x="574" y="1"/>
                    <a:pt x="509" y="19"/>
                    <a:pt x="441" y="57"/>
                  </a:cubicBezTo>
                  <a:cubicBezTo>
                    <a:pt x="203" y="199"/>
                    <a:pt x="0" y="533"/>
                    <a:pt x="0" y="807"/>
                  </a:cubicBezTo>
                  <a:cubicBezTo>
                    <a:pt x="0" y="1001"/>
                    <a:pt x="103" y="1118"/>
                    <a:pt x="247" y="1118"/>
                  </a:cubicBezTo>
                  <a:cubicBezTo>
                    <a:pt x="306" y="1118"/>
                    <a:pt x="372" y="1098"/>
                    <a:pt x="441" y="1057"/>
                  </a:cubicBezTo>
                  <a:cubicBezTo>
                    <a:pt x="679" y="914"/>
                    <a:pt x="870" y="580"/>
                    <a:pt x="870" y="307"/>
                  </a:cubicBezTo>
                  <a:cubicBezTo>
                    <a:pt x="870" y="111"/>
                    <a:pt x="773" y="1"/>
                    <a:pt x="6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0" name="Google Shape;520;p33"/>
          <p:cNvGrpSpPr/>
          <p:nvPr/>
        </p:nvGrpSpPr>
        <p:grpSpPr>
          <a:xfrm>
            <a:off x="4781025" y="4108125"/>
            <a:ext cx="579625" cy="130500"/>
            <a:chOff x="304275" y="275275"/>
            <a:chExt cx="579625" cy="130500"/>
          </a:xfrm>
        </p:grpSpPr>
        <p:sp>
          <p:nvSpPr>
            <p:cNvPr id="521" name="Google Shape;521;p33"/>
            <p:cNvSpPr/>
            <p:nvPr/>
          </p:nvSpPr>
          <p:spPr>
            <a:xfrm>
              <a:off x="304275" y="275275"/>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3"/>
            <p:cNvSpPr/>
            <p:nvPr/>
          </p:nvSpPr>
          <p:spPr>
            <a:xfrm>
              <a:off x="528838" y="275275"/>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3"/>
            <p:cNvSpPr/>
            <p:nvPr/>
          </p:nvSpPr>
          <p:spPr>
            <a:xfrm>
              <a:off x="753400" y="275275"/>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4" name="Google Shape;524;p33"/>
          <p:cNvSpPr/>
          <p:nvPr/>
        </p:nvSpPr>
        <p:spPr>
          <a:xfrm>
            <a:off x="363900" y="4337947"/>
            <a:ext cx="349500" cy="397800"/>
          </a:xfrm>
          <a:prstGeom prst="upArrow">
            <a:avLst>
              <a:gd name="adj1" fmla="val 50000"/>
              <a:gd name="adj2" fmla="val 67875"/>
            </a:avLst>
          </a:prstGeom>
          <a:gradFill>
            <a:gsLst>
              <a:gs pos="0">
                <a:schemeClr val="dk1"/>
              </a:gs>
              <a:gs pos="100000">
                <a:srgbClr val="97ACD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3"/>
          <p:cNvSpPr txBox="1"/>
          <p:nvPr/>
        </p:nvSpPr>
        <p:spPr>
          <a:xfrm>
            <a:off x="1447900" y="339275"/>
            <a:ext cx="1772100" cy="4002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dirty="0">
                <a:solidFill>
                  <a:schemeClr val="dk1"/>
                </a:solidFill>
                <a:latin typeface="Fahkwang"/>
                <a:ea typeface="Fahkwang"/>
                <a:cs typeface="Fahkwang"/>
                <a:sym typeface="Fahkwang"/>
              </a:rPr>
              <a:t>Desarrollo 4</a:t>
            </a:r>
            <a:endParaRPr b="1" dirty="0">
              <a:solidFill>
                <a:schemeClr val="dk1"/>
              </a:solidFill>
              <a:latin typeface="Fahkwang"/>
              <a:ea typeface="Fahkwang"/>
              <a:cs typeface="Fahkwang"/>
              <a:sym typeface="Fahkwang"/>
            </a:endParaRPr>
          </a:p>
        </p:txBody>
      </p:sp>
      <p:sp>
        <p:nvSpPr>
          <p:cNvPr id="526" name="Google Shape;526;p33"/>
          <p:cNvSpPr txBox="1"/>
          <p:nvPr/>
        </p:nvSpPr>
        <p:spPr>
          <a:xfrm>
            <a:off x="3465250" y="4442725"/>
            <a:ext cx="1895400" cy="4002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1"/>
                </a:solidFill>
                <a:latin typeface="Fahkwang"/>
                <a:ea typeface="Fahkwang"/>
                <a:cs typeface="Fahkwang"/>
                <a:sym typeface="Fahkwang"/>
              </a:rPr>
              <a:t>INVESTMENTS</a:t>
            </a:r>
            <a:endParaRPr b="1">
              <a:solidFill>
                <a:schemeClr val="dk1"/>
              </a:solidFill>
              <a:latin typeface="Fahkwang"/>
              <a:ea typeface="Fahkwang"/>
              <a:cs typeface="Fahkwang"/>
              <a:sym typeface="Fahkwang"/>
            </a:endParaRPr>
          </a:p>
        </p:txBody>
      </p:sp>
      <p:grpSp>
        <p:nvGrpSpPr>
          <p:cNvPr id="527" name="Google Shape;527;p33"/>
          <p:cNvGrpSpPr/>
          <p:nvPr/>
        </p:nvGrpSpPr>
        <p:grpSpPr>
          <a:xfrm>
            <a:off x="5733519" y="960358"/>
            <a:ext cx="896100" cy="205962"/>
            <a:chOff x="5733519" y="960358"/>
            <a:chExt cx="896100" cy="205962"/>
          </a:xfrm>
        </p:grpSpPr>
        <p:grpSp>
          <p:nvGrpSpPr>
            <p:cNvPr id="528" name="Google Shape;528;p33"/>
            <p:cNvGrpSpPr/>
            <p:nvPr/>
          </p:nvGrpSpPr>
          <p:grpSpPr>
            <a:xfrm>
              <a:off x="5733519" y="960358"/>
              <a:ext cx="210300" cy="205962"/>
              <a:chOff x="5733519" y="960358"/>
              <a:chExt cx="210300" cy="205962"/>
            </a:xfrm>
          </p:grpSpPr>
          <p:cxnSp>
            <p:nvCxnSpPr>
              <p:cNvPr id="529" name="Google Shape;529;p33"/>
              <p:cNvCxnSpPr/>
              <p:nvPr/>
            </p:nvCxnSpPr>
            <p:spPr>
              <a:xfrm>
                <a:off x="5838685" y="960358"/>
                <a:ext cx="0" cy="205962"/>
              </a:xfrm>
              <a:prstGeom prst="straightConnector1">
                <a:avLst/>
              </a:prstGeom>
              <a:noFill/>
              <a:ln w="9525" cap="flat" cmpd="sng">
                <a:solidFill>
                  <a:schemeClr val="accent2"/>
                </a:solidFill>
                <a:prstDash val="solid"/>
                <a:round/>
                <a:headEnd type="none" w="med" len="med"/>
                <a:tailEnd type="none" w="med" len="med"/>
              </a:ln>
            </p:spPr>
          </p:cxnSp>
          <p:cxnSp>
            <p:nvCxnSpPr>
              <p:cNvPr id="530" name="Google Shape;530;p33"/>
              <p:cNvCxnSpPr/>
              <p:nvPr/>
            </p:nvCxnSpPr>
            <p:spPr>
              <a:xfrm>
                <a:off x="5733519" y="1063334"/>
                <a:ext cx="210300" cy="0"/>
              </a:xfrm>
              <a:prstGeom prst="straightConnector1">
                <a:avLst/>
              </a:prstGeom>
              <a:noFill/>
              <a:ln w="9525" cap="flat" cmpd="sng">
                <a:solidFill>
                  <a:schemeClr val="accent2"/>
                </a:solidFill>
                <a:prstDash val="solid"/>
                <a:round/>
                <a:headEnd type="none" w="med" len="med"/>
                <a:tailEnd type="none" w="med" len="med"/>
              </a:ln>
            </p:spPr>
          </p:cxnSp>
        </p:grpSp>
        <p:grpSp>
          <p:nvGrpSpPr>
            <p:cNvPr id="531" name="Google Shape;531;p33"/>
            <p:cNvGrpSpPr/>
            <p:nvPr/>
          </p:nvGrpSpPr>
          <p:grpSpPr>
            <a:xfrm>
              <a:off x="6076419" y="960358"/>
              <a:ext cx="210300" cy="205962"/>
              <a:chOff x="6076419" y="960358"/>
              <a:chExt cx="210300" cy="205962"/>
            </a:xfrm>
          </p:grpSpPr>
          <p:cxnSp>
            <p:nvCxnSpPr>
              <p:cNvPr id="532" name="Google Shape;532;p33"/>
              <p:cNvCxnSpPr/>
              <p:nvPr/>
            </p:nvCxnSpPr>
            <p:spPr>
              <a:xfrm>
                <a:off x="6181585" y="960358"/>
                <a:ext cx="0" cy="205962"/>
              </a:xfrm>
              <a:prstGeom prst="straightConnector1">
                <a:avLst/>
              </a:prstGeom>
              <a:noFill/>
              <a:ln w="9525" cap="flat" cmpd="sng">
                <a:solidFill>
                  <a:schemeClr val="accent2"/>
                </a:solidFill>
                <a:prstDash val="solid"/>
                <a:round/>
                <a:headEnd type="none" w="med" len="med"/>
                <a:tailEnd type="none" w="med" len="med"/>
              </a:ln>
            </p:spPr>
          </p:cxnSp>
          <p:cxnSp>
            <p:nvCxnSpPr>
              <p:cNvPr id="533" name="Google Shape;533;p33"/>
              <p:cNvCxnSpPr/>
              <p:nvPr/>
            </p:nvCxnSpPr>
            <p:spPr>
              <a:xfrm>
                <a:off x="6076419" y="1063334"/>
                <a:ext cx="210300" cy="0"/>
              </a:xfrm>
              <a:prstGeom prst="straightConnector1">
                <a:avLst/>
              </a:prstGeom>
              <a:noFill/>
              <a:ln w="9525" cap="flat" cmpd="sng">
                <a:solidFill>
                  <a:schemeClr val="accent2"/>
                </a:solidFill>
                <a:prstDash val="solid"/>
                <a:round/>
                <a:headEnd type="none" w="med" len="med"/>
                <a:tailEnd type="none" w="med" len="med"/>
              </a:ln>
            </p:spPr>
          </p:cxnSp>
        </p:grpSp>
        <p:grpSp>
          <p:nvGrpSpPr>
            <p:cNvPr id="534" name="Google Shape;534;p33"/>
            <p:cNvGrpSpPr/>
            <p:nvPr/>
          </p:nvGrpSpPr>
          <p:grpSpPr>
            <a:xfrm>
              <a:off x="6419319" y="960358"/>
              <a:ext cx="210300" cy="205962"/>
              <a:chOff x="6419319" y="960358"/>
              <a:chExt cx="210300" cy="205962"/>
            </a:xfrm>
          </p:grpSpPr>
          <p:cxnSp>
            <p:nvCxnSpPr>
              <p:cNvPr id="535" name="Google Shape;535;p33"/>
              <p:cNvCxnSpPr/>
              <p:nvPr/>
            </p:nvCxnSpPr>
            <p:spPr>
              <a:xfrm>
                <a:off x="6524485" y="960358"/>
                <a:ext cx="0" cy="205962"/>
              </a:xfrm>
              <a:prstGeom prst="straightConnector1">
                <a:avLst/>
              </a:prstGeom>
              <a:noFill/>
              <a:ln w="9525" cap="flat" cmpd="sng">
                <a:solidFill>
                  <a:schemeClr val="accent2"/>
                </a:solidFill>
                <a:prstDash val="solid"/>
                <a:round/>
                <a:headEnd type="none" w="med" len="med"/>
                <a:tailEnd type="none" w="med" len="med"/>
              </a:ln>
            </p:spPr>
          </p:cxnSp>
          <p:cxnSp>
            <p:nvCxnSpPr>
              <p:cNvPr id="536" name="Google Shape;536;p33"/>
              <p:cNvCxnSpPr/>
              <p:nvPr/>
            </p:nvCxnSpPr>
            <p:spPr>
              <a:xfrm>
                <a:off x="6419319" y="1063334"/>
                <a:ext cx="210300" cy="0"/>
              </a:xfrm>
              <a:prstGeom prst="straightConnector1">
                <a:avLst/>
              </a:prstGeom>
              <a:noFill/>
              <a:ln w="9525" cap="flat" cmpd="sng">
                <a:solidFill>
                  <a:schemeClr val="accent2"/>
                </a:solidFill>
                <a:prstDash val="solid"/>
                <a:round/>
                <a:headEnd type="none" w="med" len="med"/>
                <a:tailEnd type="none" w="med" len="med"/>
              </a:ln>
            </p:spPr>
          </p:cxnSp>
        </p:gr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36"/>
          <p:cNvSpPr/>
          <p:nvPr/>
        </p:nvSpPr>
        <p:spPr>
          <a:xfrm>
            <a:off x="3383700" y="178638"/>
            <a:ext cx="2376600" cy="2376600"/>
          </a:xfrm>
          <a:prstGeom prst="ellipse">
            <a:avLst/>
          </a:prstGeom>
          <a:gradFill>
            <a:gsLst>
              <a:gs pos="0">
                <a:schemeClr val="dk1"/>
              </a:gs>
              <a:gs pos="100000">
                <a:srgbClr val="97ACD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6"/>
          <p:cNvSpPr txBox="1">
            <a:spLocks noGrp="1"/>
          </p:cNvSpPr>
          <p:nvPr>
            <p:ph type="title"/>
          </p:nvPr>
        </p:nvSpPr>
        <p:spPr>
          <a:xfrm>
            <a:off x="1551950" y="2243500"/>
            <a:ext cx="6040200" cy="831300"/>
          </a:xfrm>
          <a:prstGeom prst="rect">
            <a:avLst/>
          </a:prstGeom>
        </p:spPr>
        <p:txBody>
          <a:bodyPr spcFirstLastPara="1" wrap="square" lIns="91425" tIns="91425" rIns="91425" bIns="91425" anchor="t" anchorCtr="0">
            <a:noAutofit/>
          </a:bodyPr>
          <a:lstStyle/>
          <a:p>
            <a:r>
              <a:rPr lang="es-MX" sz="2000" dirty="0"/>
              <a:t>🛡️ ¿De qué se trata Smart Seguros?</a:t>
            </a:r>
          </a:p>
        </p:txBody>
      </p:sp>
      <p:sp>
        <p:nvSpPr>
          <p:cNvPr id="599" name="Google Shape;599;p36"/>
          <p:cNvSpPr txBox="1">
            <a:spLocks noGrp="1"/>
          </p:cNvSpPr>
          <p:nvPr>
            <p:ph type="subTitle" idx="1"/>
          </p:nvPr>
        </p:nvSpPr>
        <p:spPr>
          <a:xfrm>
            <a:off x="1528963" y="2776361"/>
            <a:ext cx="6040200" cy="1802464"/>
          </a:xfrm>
          <a:prstGeom prst="rect">
            <a:avLst/>
          </a:prstGeom>
        </p:spPr>
        <p:txBody>
          <a:bodyPr spcFirstLastPara="1" wrap="square" lIns="91425" tIns="91425" rIns="91425" bIns="91425" anchor="t" anchorCtr="0">
            <a:noAutofit/>
          </a:bodyPr>
          <a:lstStyle/>
          <a:p>
            <a:pPr algn="l"/>
            <a:r>
              <a:rPr lang="es-MX" b="1" dirty="0"/>
              <a:t>Smart Seguros</a:t>
            </a:r>
            <a:r>
              <a:rPr lang="es-MX" dirty="0"/>
              <a:t> es una </a:t>
            </a:r>
            <a:r>
              <a:rPr lang="es-MX" b="1" dirty="0"/>
              <a:t>aplicación web administrativa</a:t>
            </a:r>
            <a:r>
              <a:rPr lang="es-MX" dirty="0"/>
              <a:t> para una compañía aseguradora que permite:</a:t>
            </a:r>
          </a:p>
          <a:p>
            <a:pPr algn="l"/>
            <a:r>
              <a:rPr lang="es-MX" b="1" dirty="0"/>
              <a:t>Registrar asegurados, emitir pólizas, gestionar reclamos y generar reportes de emisiones</a:t>
            </a:r>
            <a:r>
              <a:rPr lang="es-MX" dirty="0"/>
              <a:t>, siguiendo un flujo real del negocio asegurador.</a:t>
            </a:r>
          </a:p>
        </p:txBody>
      </p:sp>
      <p:sp>
        <p:nvSpPr>
          <p:cNvPr id="600" name="Google Shape;600;p36"/>
          <p:cNvSpPr txBox="1"/>
          <p:nvPr/>
        </p:nvSpPr>
        <p:spPr>
          <a:xfrm>
            <a:off x="1551950" y="339275"/>
            <a:ext cx="1341300" cy="4002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dirty="0">
                <a:solidFill>
                  <a:schemeClr val="dk1"/>
                </a:solidFill>
                <a:latin typeface="Fahkwang"/>
                <a:ea typeface="Fahkwang"/>
                <a:cs typeface="Fahkwang"/>
                <a:sym typeface="Fahkwang"/>
              </a:rPr>
              <a:t>SS</a:t>
            </a:r>
            <a:endParaRPr b="1" dirty="0">
              <a:solidFill>
                <a:schemeClr val="dk1"/>
              </a:solidFill>
              <a:latin typeface="Fahkwang"/>
              <a:ea typeface="Fahkwang"/>
              <a:cs typeface="Fahkwang"/>
              <a:sym typeface="Fahkwang"/>
            </a:endParaRPr>
          </a:p>
        </p:txBody>
      </p:sp>
      <p:grpSp>
        <p:nvGrpSpPr>
          <p:cNvPr id="601" name="Google Shape;601;p36"/>
          <p:cNvGrpSpPr/>
          <p:nvPr/>
        </p:nvGrpSpPr>
        <p:grpSpPr>
          <a:xfrm>
            <a:off x="4607026" y="739470"/>
            <a:ext cx="1072473" cy="1486430"/>
            <a:chOff x="4489310" y="1052769"/>
            <a:chExt cx="453266" cy="628220"/>
          </a:xfrm>
        </p:grpSpPr>
        <p:sp>
          <p:nvSpPr>
            <p:cNvPr id="602" name="Google Shape;602;p36"/>
            <p:cNvSpPr/>
            <p:nvPr/>
          </p:nvSpPr>
          <p:spPr>
            <a:xfrm>
              <a:off x="4489310" y="1052769"/>
              <a:ext cx="453266" cy="628220"/>
            </a:xfrm>
            <a:custGeom>
              <a:avLst/>
              <a:gdLst/>
              <a:ahLst/>
              <a:cxnLst/>
              <a:rect l="l" t="t" r="r" b="b"/>
              <a:pathLst>
                <a:path w="14169" h="19638" extrusionOk="0">
                  <a:moveTo>
                    <a:pt x="13790" y="0"/>
                  </a:moveTo>
                  <a:cubicBezTo>
                    <a:pt x="13716" y="0"/>
                    <a:pt x="13635" y="23"/>
                    <a:pt x="13549" y="70"/>
                  </a:cubicBezTo>
                  <a:lnTo>
                    <a:pt x="619" y="7535"/>
                  </a:lnTo>
                  <a:cubicBezTo>
                    <a:pt x="274" y="7738"/>
                    <a:pt x="0" y="8273"/>
                    <a:pt x="0" y="8726"/>
                  </a:cubicBezTo>
                  <a:lnTo>
                    <a:pt x="0" y="19096"/>
                  </a:lnTo>
                  <a:cubicBezTo>
                    <a:pt x="0" y="19432"/>
                    <a:pt x="151" y="19637"/>
                    <a:pt x="371" y="19637"/>
                  </a:cubicBezTo>
                  <a:cubicBezTo>
                    <a:pt x="446" y="19637"/>
                    <a:pt x="530" y="19613"/>
                    <a:pt x="619" y="19561"/>
                  </a:cubicBezTo>
                  <a:lnTo>
                    <a:pt x="13549" y="12095"/>
                  </a:lnTo>
                  <a:cubicBezTo>
                    <a:pt x="13883" y="11905"/>
                    <a:pt x="14169" y="11369"/>
                    <a:pt x="14169" y="10905"/>
                  </a:cubicBezTo>
                  <a:lnTo>
                    <a:pt x="14169" y="546"/>
                  </a:lnTo>
                  <a:cubicBezTo>
                    <a:pt x="14169" y="206"/>
                    <a:pt x="14014" y="0"/>
                    <a:pt x="13790" y="0"/>
                  </a:cubicBez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6"/>
            <p:cNvSpPr/>
            <p:nvPr/>
          </p:nvSpPr>
          <p:spPr>
            <a:xfrm>
              <a:off x="4489310" y="1053153"/>
              <a:ext cx="453266" cy="318013"/>
            </a:xfrm>
            <a:custGeom>
              <a:avLst/>
              <a:gdLst/>
              <a:ahLst/>
              <a:cxnLst/>
              <a:rect l="l" t="t" r="r" b="b"/>
              <a:pathLst>
                <a:path w="14169" h="9941" extrusionOk="0">
                  <a:moveTo>
                    <a:pt x="13804" y="1"/>
                  </a:moveTo>
                  <a:cubicBezTo>
                    <a:pt x="13713" y="1"/>
                    <a:pt x="13611" y="31"/>
                    <a:pt x="13502" y="94"/>
                  </a:cubicBezTo>
                  <a:lnTo>
                    <a:pt x="667" y="7499"/>
                  </a:lnTo>
                  <a:cubicBezTo>
                    <a:pt x="298" y="7714"/>
                    <a:pt x="0" y="8238"/>
                    <a:pt x="0" y="8654"/>
                  </a:cubicBezTo>
                  <a:lnTo>
                    <a:pt x="0" y="9940"/>
                  </a:lnTo>
                  <a:lnTo>
                    <a:pt x="14169" y="1749"/>
                  </a:lnTo>
                  <a:lnTo>
                    <a:pt x="14169" y="475"/>
                  </a:lnTo>
                  <a:cubicBezTo>
                    <a:pt x="14169" y="173"/>
                    <a:pt x="14021" y="1"/>
                    <a:pt x="13804" y="1"/>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6"/>
            <p:cNvSpPr/>
            <p:nvPr/>
          </p:nvSpPr>
          <p:spPr>
            <a:xfrm>
              <a:off x="4889981" y="1091189"/>
              <a:ext cx="16411" cy="21017"/>
            </a:xfrm>
            <a:custGeom>
              <a:avLst/>
              <a:gdLst/>
              <a:ahLst/>
              <a:cxnLst/>
              <a:rect l="l" t="t" r="r" b="b"/>
              <a:pathLst>
                <a:path w="513" h="657" extrusionOk="0">
                  <a:moveTo>
                    <a:pt x="366" y="1"/>
                  </a:moveTo>
                  <a:cubicBezTo>
                    <a:pt x="331" y="1"/>
                    <a:pt x="292" y="12"/>
                    <a:pt x="251" y="36"/>
                  </a:cubicBezTo>
                  <a:cubicBezTo>
                    <a:pt x="108" y="119"/>
                    <a:pt x="0" y="322"/>
                    <a:pt x="0" y="476"/>
                  </a:cubicBezTo>
                  <a:cubicBezTo>
                    <a:pt x="0" y="593"/>
                    <a:pt x="53" y="657"/>
                    <a:pt x="132" y="657"/>
                  </a:cubicBezTo>
                  <a:cubicBezTo>
                    <a:pt x="167" y="657"/>
                    <a:pt x="207" y="645"/>
                    <a:pt x="251" y="619"/>
                  </a:cubicBezTo>
                  <a:cubicBezTo>
                    <a:pt x="393" y="536"/>
                    <a:pt x="512" y="345"/>
                    <a:pt x="512" y="179"/>
                  </a:cubicBezTo>
                  <a:cubicBezTo>
                    <a:pt x="512" y="69"/>
                    <a:pt x="452" y="1"/>
                    <a:pt x="3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6"/>
            <p:cNvSpPr/>
            <p:nvPr/>
          </p:nvSpPr>
          <p:spPr>
            <a:xfrm>
              <a:off x="4857223" y="1110223"/>
              <a:ext cx="16027" cy="20953"/>
            </a:xfrm>
            <a:custGeom>
              <a:avLst/>
              <a:gdLst/>
              <a:ahLst/>
              <a:cxnLst/>
              <a:rect l="l" t="t" r="r" b="b"/>
              <a:pathLst>
                <a:path w="501" h="655" extrusionOk="0">
                  <a:moveTo>
                    <a:pt x="364" y="1"/>
                  </a:moveTo>
                  <a:cubicBezTo>
                    <a:pt x="330" y="1"/>
                    <a:pt x="292" y="12"/>
                    <a:pt x="251" y="36"/>
                  </a:cubicBezTo>
                  <a:cubicBezTo>
                    <a:pt x="108" y="120"/>
                    <a:pt x="1" y="310"/>
                    <a:pt x="1" y="477"/>
                  </a:cubicBezTo>
                  <a:cubicBezTo>
                    <a:pt x="1" y="587"/>
                    <a:pt x="55" y="655"/>
                    <a:pt x="138" y="655"/>
                  </a:cubicBezTo>
                  <a:cubicBezTo>
                    <a:pt x="171" y="655"/>
                    <a:pt x="209" y="644"/>
                    <a:pt x="251" y="620"/>
                  </a:cubicBezTo>
                  <a:cubicBezTo>
                    <a:pt x="393" y="536"/>
                    <a:pt x="501" y="346"/>
                    <a:pt x="501" y="179"/>
                  </a:cubicBezTo>
                  <a:cubicBezTo>
                    <a:pt x="501" y="69"/>
                    <a:pt x="446" y="1"/>
                    <a:pt x="3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6"/>
            <p:cNvSpPr/>
            <p:nvPr/>
          </p:nvSpPr>
          <p:spPr>
            <a:xfrm>
              <a:off x="4824466" y="1129225"/>
              <a:ext cx="16027" cy="20825"/>
            </a:xfrm>
            <a:custGeom>
              <a:avLst/>
              <a:gdLst/>
              <a:ahLst/>
              <a:cxnLst/>
              <a:rect l="l" t="t" r="r" b="b"/>
              <a:pathLst>
                <a:path w="501" h="651" extrusionOk="0">
                  <a:moveTo>
                    <a:pt x="369" y="0"/>
                  </a:moveTo>
                  <a:cubicBezTo>
                    <a:pt x="334" y="0"/>
                    <a:pt x="294" y="12"/>
                    <a:pt x="251" y="37"/>
                  </a:cubicBezTo>
                  <a:cubicBezTo>
                    <a:pt x="108" y="109"/>
                    <a:pt x="1" y="311"/>
                    <a:pt x="1" y="466"/>
                  </a:cubicBezTo>
                  <a:cubicBezTo>
                    <a:pt x="1" y="586"/>
                    <a:pt x="56" y="651"/>
                    <a:pt x="141" y="651"/>
                  </a:cubicBezTo>
                  <a:cubicBezTo>
                    <a:pt x="173" y="651"/>
                    <a:pt x="211" y="641"/>
                    <a:pt x="251" y="621"/>
                  </a:cubicBezTo>
                  <a:cubicBezTo>
                    <a:pt x="394" y="538"/>
                    <a:pt x="501" y="335"/>
                    <a:pt x="501" y="180"/>
                  </a:cubicBezTo>
                  <a:cubicBezTo>
                    <a:pt x="501" y="64"/>
                    <a:pt x="449" y="0"/>
                    <a:pt x="3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6"/>
            <p:cNvSpPr/>
            <p:nvPr/>
          </p:nvSpPr>
          <p:spPr>
            <a:xfrm>
              <a:off x="4528146" y="1158335"/>
              <a:ext cx="393477" cy="467342"/>
            </a:xfrm>
            <a:custGeom>
              <a:avLst/>
              <a:gdLst/>
              <a:ahLst/>
              <a:cxnLst/>
              <a:rect l="l" t="t" r="r" b="b"/>
              <a:pathLst>
                <a:path w="12300" h="14609" extrusionOk="0">
                  <a:moveTo>
                    <a:pt x="12053" y="1"/>
                  </a:moveTo>
                  <a:cubicBezTo>
                    <a:pt x="12004" y="1"/>
                    <a:pt x="11951" y="15"/>
                    <a:pt x="11895" y="44"/>
                  </a:cubicBezTo>
                  <a:lnTo>
                    <a:pt x="393" y="6938"/>
                  </a:lnTo>
                  <a:cubicBezTo>
                    <a:pt x="179" y="7057"/>
                    <a:pt x="1" y="7402"/>
                    <a:pt x="1" y="7688"/>
                  </a:cubicBezTo>
                  <a:lnTo>
                    <a:pt x="1" y="14260"/>
                  </a:lnTo>
                  <a:cubicBezTo>
                    <a:pt x="1" y="14480"/>
                    <a:pt x="98" y="14609"/>
                    <a:pt x="235" y="14609"/>
                  </a:cubicBezTo>
                  <a:cubicBezTo>
                    <a:pt x="283" y="14609"/>
                    <a:pt x="337" y="14592"/>
                    <a:pt x="393" y="14558"/>
                  </a:cubicBezTo>
                  <a:lnTo>
                    <a:pt x="11895" y="7676"/>
                  </a:lnTo>
                  <a:cubicBezTo>
                    <a:pt x="12121" y="7557"/>
                    <a:pt x="12300" y="7212"/>
                    <a:pt x="12300" y="6926"/>
                  </a:cubicBezTo>
                  <a:lnTo>
                    <a:pt x="12300" y="354"/>
                  </a:lnTo>
                  <a:cubicBezTo>
                    <a:pt x="12300" y="130"/>
                    <a:pt x="12199" y="1"/>
                    <a:pt x="12053" y="1"/>
                  </a:cubicBezTo>
                  <a:close/>
                </a:path>
              </a:pathLst>
            </a:custGeom>
            <a:gradFill>
              <a:gsLst>
                <a:gs pos="0">
                  <a:schemeClr val="dk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8" name="Google Shape;608;p36"/>
          <p:cNvGrpSpPr/>
          <p:nvPr/>
        </p:nvGrpSpPr>
        <p:grpSpPr>
          <a:xfrm>
            <a:off x="3643930" y="682326"/>
            <a:ext cx="827896" cy="982979"/>
            <a:chOff x="1673102" y="2206764"/>
            <a:chExt cx="335575" cy="398435"/>
          </a:xfrm>
        </p:grpSpPr>
        <p:sp>
          <p:nvSpPr>
            <p:cNvPr id="609" name="Google Shape;609;p36"/>
            <p:cNvSpPr/>
            <p:nvPr/>
          </p:nvSpPr>
          <p:spPr>
            <a:xfrm>
              <a:off x="1743927" y="2534690"/>
              <a:ext cx="97538" cy="70506"/>
            </a:xfrm>
            <a:custGeom>
              <a:avLst/>
              <a:gdLst/>
              <a:ahLst/>
              <a:cxnLst/>
              <a:rect l="l" t="t" r="r" b="b"/>
              <a:pathLst>
                <a:path w="3049" h="2204" extrusionOk="0">
                  <a:moveTo>
                    <a:pt x="1" y="1"/>
                  </a:moveTo>
                  <a:lnTo>
                    <a:pt x="1561" y="1334"/>
                  </a:lnTo>
                  <a:lnTo>
                    <a:pt x="3049" y="2203"/>
                  </a:lnTo>
                  <a:lnTo>
                    <a:pt x="1489" y="870"/>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6"/>
            <p:cNvSpPr/>
            <p:nvPr/>
          </p:nvSpPr>
          <p:spPr>
            <a:xfrm>
              <a:off x="1673102" y="2206764"/>
              <a:ext cx="324539" cy="377482"/>
            </a:xfrm>
            <a:custGeom>
              <a:avLst/>
              <a:gdLst/>
              <a:ahLst/>
              <a:cxnLst/>
              <a:rect l="l" t="t" r="r" b="b"/>
              <a:pathLst>
                <a:path w="10145" h="11800" extrusionOk="0">
                  <a:moveTo>
                    <a:pt x="8349" y="1"/>
                  </a:moveTo>
                  <a:cubicBezTo>
                    <a:pt x="8196" y="1"/>
                    <a:pt x="8025" y="52"/>
                    <a:pt x="7847" y="155"/>
                  </a:cubicBezTo>
                  <a:lnTo>
                    <a:pt x="1143" y="4025"/>
                  </a:lnTo>
                  <a:cubicBezTo>
                    <a:pt x="512" y="4382"/>
                    <a:pt x="0" y="5263"/>
                    <a:pt x="12" y="5989"/>
                  </a:cubicBezTo>
                  <a:lnTo>
                    <a:pt x="24" y="10204"/>
                  </a:lnTo>
                  <a:cubicBezTo>
                    <a:pt x="24" y="10561"/>
                    <a:pt x="143" y="10823"/>
                    <a:pt x="346" y="10942"/>
                  </a:cubicBezTo>
                  <a:lnTo>
                    <a:pt x="1834" y="11800"/>
                  </a:lnTo>
                  <a:cubicBezTo>
                    <a:pt x="1631" y="11680"/>
                    <a:pt x="1512" y="11430"/>
                    <a:pt x="1512" y="11073"/>
                  </a:cubicBezTo>
                  <a:lnTo>
                    <a:pt x="1500" y="6858"/>
                  </a:lnTo>
                  <a:cubicBezTo>
                    <a:pt x="1489" y="6132"/>
                    <a:pt x="2001" y="5251"/>
                    <a:pt x="2632" y="4894"/>
                  </a:cubicBezTo>
                  <a:lnTo>
                    <a:pt x="9335" y="1024"/>
                  </a:lnTo>
                  <a:cubicBezTo>
                    <a:pt x="9514" y="914"/>
                    <a:pt x="9685" y="864"/>
                    <a:pt x="9838" y="864"/>
                  </a:cubicBezTo>
                  <a:cubicBezTo>
                    <a:pt x="9951" y="864"/>
                    <a:pt x="10054" y="891"/>
                    <a:pt x="10144" y="941"/>
                  </a:cubicBezTo>
                  <a:lnTo>
                    <a:pt x="8656" y="84"/>
                  </a:lnTo>
                  <a:cubicBezTo>
                    <a:pt x="8565" y="28"/>
                    <a:pt x="8462" y="1"/>
                    <a:pt x="8349" y="1"/>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6"/>
            <p:cNvSpPr/>
            <p:nvPr/>
          </p:nvSpPr>
          <p:spPr>
            <a:xfrm>
              <a:off x="1720702" y="2234435"/>
              <a:ext cx="287974" cy="370764"/>
            </a:xfrm>
            <a:custGeom>
              <a:avLst/>
              <a:gdLst/>
              <a:ahLst/>
              <a:cxnLst/>
              <a:rect l="l" t="t" r="r" b="b"/>
              <a:pathLst>
                <a:path w="9002" h="11590" extrusionOk="0">
                  <a:moveTo>
                    <a:pt x="8352" y="1"/>
                  </a:moveTo>
                  <a:cubicBezTo>
                    <a:pt x="8199" y="1"/>
                    <a:pt x="8028" y="52"/>
                    <a:pt x="7847" y="159"/>
                  </a:cubicBezTo>
                  <a:lnTo>
                    <a:pt x="1144" y="4029"/>
                  </a:lnTo>
                  <a:cubicBezTo>
                    <a:pt x="513" y="4386"/>
                    <a:pt x="1" y="5267"/>
                    <a:pt x="12" y="5993"/>
                  </a:cubicBezTo>
                  <a:lnTo>
                    <a:pt x="24" y="10208"/>
                  </a:lnTo>
                  <a:cubicBezTo>
                    <a:pt x="24" y="10723"/>
                    <a:pt x="282" y="11017"/>
                    <a:pt x="656" y="11017"/>
                  </a:cubicBezTo>
                  <a:cubicBezTo>
                    <a:pt x="810" y="11017"/>
                    <a:pt x="984" y="10967"/>
                    <a:pt x="1167" y="10863"/>
                  </a:cubicBezTo>
                  <a:lnTo>
                    <a:pt x="2215" y="10256"/>
                  </a:lnTo>
                  <a:lnTo>
                    <a:pt x="3775" y="11589"/>
                  </a:lnTo>
                  <a:lnTo>
                    <a:pt x="3775" y="9351"/>
                  </a:lnTo>
                  <a:lnTo>
                    <a:pt x="7859" y="6994"/>
                  </a:lnTo>
                  <a:cubicBezTo>
                    <a:pt x="8490" y="6624"/>
                    <a:pt x="9002" y="5743"/>
                    <a:pt x="9002" y="5029"/>
                  </a:cubicBezTo>
                  <a:lnTo>
                    <a:pt x="8990" y="814"/>
                  </a:lnTo>
                  <a:cubicBezTo>
                    <a:pt x="8981" y="300"/>
                    <a:pt x="8722" y="1"/>
                    <a:pt x="8352" y="1"/>
                  </a:cubicBezTo>
                  <a:close/>
                </a:path>
              </a:pathLst>
            </a:custGeom>
            <a:gradFill>
              <a:gsLst>
                <a:gs pos="0">
                  <a:schemeClr val="dk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6"/>
            <p:cNvSpPr/>
            <p:nvPr/>
          </p:nvSpPr>
          <p:spPr>
            <a:xfrm>
              <a:off x="1769455" y="2438465"/>
              <a:ext cx="27831" cy="35573"/>
            </a:xfrm>
            <a:custGeom>
              <a:avLst/>
              <a:gdLst/>
              <a:ahLst/>
              <a:cxnLst/>
              <a:rect l="l" t="t" r="r" b="b"/>
              <a:pathLst>
                <a:path w="870" h="1112" extrusionOk="0">
                  <a:moveTo>
                    <a:pt x="627" y="0"/>
                  </a:moveTo>
                  <a:cubicBezTo>
                    <a:pt x="568" y="0"/>
                    <a:pt x="501" y="18"/>
                    <a:pt x="429" y="56"/>
                  </a:cubicBezTo>
                  <a:cubicBezTo>
                    <a:pt x="191" y="199"/>
                    <a:pt x="1" y="532"/>
                    <a:pt x="1" y="806"/>
                  </a:cubicBezTo>
                  <a:cubicBezTo>
                    <a:pt x="1" y="1001"/>
                    <a:pt x="97" y="1112"/>
                    <a:pt x="239" y="1112"/>
                  </a:cubicBezTo>
                  <a:cubicBezTo>
                    <a:pt x="296" y="1112"/>
                    <a:pt x="361" y="1094"/>
                    <a:pt x="429" y="1056"/>
                  </a:cubicBezTo>
                  <a:cubicBezTo>
                    <a:pt x="679" y="913"/>
                    <a:pt x="870" y="580"/>
                    <a:pt x="870" y="306"/>
                  </a:cubicBezTo>
                  <a:cubicBezTo>
                    <a:pt x="870" y="111"/>
                    <a:pt x="773" y="0"/>
                    <a:pt x="6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6"/>
            <p:cNvSpPr/>
            <p:nvPr/>
          </p:nvSpPr>
          <p:spPr>
            <a:xfrm>
              <a:off x="1822398" y="2407819"/>
              <a:ext cx="27831" cy="35765"/>
            </a:xfrm>
            <a:custGeom>
              <a:avLst/>
              <a:gdLst/>
              <a:ahLst/>
              <a:cxnLst/>
              <a:rect l="l" t="t" r="r" b="b"/>
              <a:pathLst>
                <a:path w="870" h="1118" extrusionOk="0">
                  <a:moveTo>
                    <a:pt x="633" y="1"/>
                  </a:moveTo>
                  <a:cubicBezTo>
                    <a:pt x="575" y="1"/>
                    <a:pt x="510" y="20"/>
                    <a:pt x="441" y="61"/>
                  </a:cubicBezTo>
                  <a:cubicBezTo>
                    <a:pt x="191" y="192"/>
                    <a:pt x="1" y="538"/>
                    <a:pt x="1" y="812"/>
                  </a:cubicBezTo>
                  <a:cubicBezTo>
                    <a:pt x="1" y="1007"/>
                    <a:pt x="97" y="1117"/>
                    <a:pt x="243" y="1117"/>
                  </a:cubicBezTo>
                  <a:cubicBezTo>
                    <a:pt x="302" y="1117"/>
                    <a:pt x="369" y="1099"/>
                    <a:pt x="441" y="1062"/>
                  </a:cubicBezTo>
                  <a:cubicBezTo>
                    <a:pt x="679" y="919"/>
                    <a:pt x="870" y="585"/>
                    <a:pt x="870" y="312"/>
                  </a:cubicBezTo>
                  <a:cubicBezTo>
                    <a:pt x="870" y="117"/>
                    <a:pt x="774" y="1"/>
                    <a:pt x="63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6"/>
            <p:cNvSpPr/>
            <p:nvPr/>
          </p:nvSpPr>
          <p:spPr>
            <a:xfrm>
              <a:off x="1875340" y="2377269"/>
              <a:ext cx="27831" cy="35701"/>
            </a:xfrm>
            <a:custGeom>
              <a:avLst/>
              <a:gdLst/>
              <a:ahLst/>
              <a:cxnLst/>
              <a:rect l="l" t="t" r="r" b="b"/>
              <a:pathLst>
                <a:path w="870" h="1116" extrusionOk="0">
                  <a:moveTo>
                    <a:pt x="639" y="1"/>
                  </a:moveTo>
                  <a:cubicBezTo>
                    <a:pt x="580" y="1"/>
                    <a:pt x="513" y="21"/>
                    <a:pt x="441" y="64"/>
                  </a:cubicBezTo>
                  <a:cubicBezTo>
                    <a:pt x="191" y="195"/>
                    <a:pt x="1" y="528"/>
                    <a:pt x="1" y="802"/>
                  </a:cubicBezTo>
                  <a:cubicBezTo>
                    <a:pt x="1" y="1003"/>
                    <a:pt x="94" y="1115"/>
                    <a:pt x="237" y="1115"/>
                  </a:cubicBezTo>
                  <a:cubicBezTo>
                    <a:pt x="297" y="1115"/>
                    <a:pt x="366" y="1095"/>
                    <a:pt x="441" y="1052"/>
                  </a:cubicBezTo>
                  <a:cubicBezTo>
                    <a:pt x="679" y="921"/>
                    <a:pt x="870" y="576"/>
                    <a:pt x="870" y="302"/>
                  </a:cubicBezTo>
                  <a:cubicBezTo>
                    <a:pt x="870" y="111"/>
                    <a:pt x="777" y="1"/>
                    <a:pt x="6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6"/>
            <p:cNvSpPr/>
            <p:nvPr/>
          </p:nvSpPr>
          <p:spPr>
            <a:xfrm>
              <a:off x="1928283" y="2346655"/>
              <a:ext cx="27831" cy="35765"/>
            </a:xfrm>
            <a:custGeom>
              <a:avLst/>
              <a:gdLst/>
              <a:ahLst/>
              <a:cxnLst/>
              <a:rect l="l" t="t" r="r" b="b"/>
              <a:pathLst>
                <a:path w="870" h="1118" extrusionOk="0">
                  <a:moveTo>
                    <a:pt x="631" y="1"/>
                  </a:moveTo>
                  <a:cubicBezTo>
                    <a:pt x="574" y="1"/>
                    <a:pt x="509" y="19"/>
                    <a:pt x="441" y="57"/>
                  </a:cubicBezTo>
                  <a:cubicBezTo>
                    <a:pt x="203" y="199"/>
                    <a:pt x="0" y="533"/>
                    <a:pt x="0" y="807"/>
                  </a:cubicBezTo>
                  <a:cubicBezTo>
                    <a:pt x="0" y="1001"/>
                    <a:pt x="103" y="1118"/>
                    <a:pt x="247" y="1118"/>
                  </a:cubicBezTo>
                  <a:cubicBezTo>
                    <a:pt x="306" y="1118"/>
                    <a:pt x="372" y="1098"/>
                    <a:pt x="441" y="1057"/>
                  </a:cubicBezTo>
                  <a:cubicBezTo>
                    <a:pt x="679" y="914"/>
                    <a:pt x="870" y="580"/>
                    <a:pt x="870" y="307"/>
                  </a:cubicBezTo>
                  <a:cubicBezTo>
                    <a:pt x="870" y="111"/>
                    <a:pt x="773" y="1"/>
                    <a:pt x="6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6" name="Google Shape;616;p36"/>
          <p:cNvSpPr/>
          <p:nvPr/>
        </p:nvSpPr>
        <p:spPr>
          <a:xfrm>
            <a:off x="5931563" y="739477"/>
            <a:ext cx="528900" cy="601800"/>
          </a:xfrm>
          <a:prstGeom prst="upArrow">
            <a:avLst>
              <a:gd name="adj1" fmla="val 50000"/>
              <a:gd name="adj2" fmla="val 67875"/>
            </a:avLst>
          </a:prstGeom>
          <a:gradFill>
            <a:gsLst>
              <a:gs pos="0">
                <a:schemeClr val="dk1"/>
              </a:gs>
              <a:gs pos="100000">
                <a:srgbClr val="97ACD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6"/>
          <p:cNvSpPr/>
          <p:nvPr/>
        </p:nvSpPr>
        <p:spPr>
          <a:xfrm>
            <a:off x="2683538" y="1499368"/>
            <a:ext cx="528900" cy="601800"/>
          </a:xfrm>
          <a:prstGeom prst="upArrow">
            <a:avLst>
              <a:gd name="adj1" fmla="val 50000"/>
              <a:gd name="adj2" fmla="val 67875"/>
            </a:avLst>
          </a:prstGeom>
          <a:gradFill>
            <a:gsLst>
              <a:gs pos="0">
                <a:schemeClr val="dk1"/>
              </a:gs>
              <a:gs pos="100000">
                <a:srgbClr val="97ACD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6"/>
          <p:cNvSpPr/>
          <p:nvPr/>
        </p:nvSpPr>
        <p:spPr>
          <a:xfrm>
            <a:off x="7181850" y="-555175"/>
            <a:ext cx="2590800" cy="2707800"/>
          </a:xfrm>
          <a:prstGeom prst="roundRect">
            <a:avLst>
              <a:gd name="adj" fmla="val 16667"/>
            </a:avLst>
          </a:prstGeom>
          <a:noFill/>
          <a:ln w="19050" cap="flat" cmpd="sng">
            <a:solidFill>
              <a:schemeClr val="accent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9" name="Google Shape;619;p36"/>
          <p:cNvGrpSpPr/>
          <p:nvPr/>
        </p:nvGrpSpPr>
        <p:grpSpPr>
          <a:xfrm>
            <a:off x="1304400" y="1628563"/>
            <a:ext cx="579625" cy="557161"/>
            <a:chOff x="304275" y="275275"/>
            <a:chExt cx="579625" cy="557161"/>
          </a:xfrm>
        </p:grpSpPr>
        <p:sp>
          <p:nvSpPr>
            <p:cNvPr id="620" name="Google Shape;620;p36"/>
            <p:cNvSpPr/>
            <p:nvPr/>
          </p:nvSpPr>
          <p:spPr>
            <a:xfrm>
              <a:off x="304275" y="275275"/>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6"/>
            <p:cNvSpPr/>
            <p:nvPr/>
          </p:nvSpPr>
          <p:spPr>
            <a:xfrm>
              <a:off x="528838" y="275275"/>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6"/>
            <p:cNvSpPr/>
            <p:nvPr/>
          </p:nvSpPr>
          <p:spPr>
            <a:xfrm>
              <a:off x="753400" y="275275"/>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6"/>
            <p:cNvSpPr/>
            <p:nvPr/>
          </p:nvSpPr>
          <p:spPr>
            <a:xfrm>
              <a:off x="304275" y="488611"/>
              <a:ext cx="130500" cy="130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6"/>
            <p:cNvSpPr/>
            <p:nvPr/>
          </p:nvSpPr>
          <p:spPr>
            <a:xfrm>
              <a:off x="528838" y="488611"/>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6"/>
            <p:cNvSpPr/>
            <p:nvPr/>
          </p:nvSpPr>
          <p:spPr>
            <a:xfrm>
              <a:off x="753400" y="488611"/>
              <a:ext cx="130500" cy="130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6"/>
            <p:cNvSpPr/>
            <p:nvPr/>
          </p:nvSpPr>
          <p:spPr>
            <a:xfrm>
              <a:off x="304275" y="701936"/>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6"/>
            <p:cNvSpPr/>
            <p:nvPr/>
          </p:nvSpPr>
          <p:spPr>
            <a:xfrm>
              <a:off x="528838" y="701936"/>
              <a:ext cx="130500" cy="130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6"/>
            <p:cNvSpPr/>
            <p:nvPr/>
          </p:nvSpPr>
          <p:spPr>
            <a:xfrm>
              <a:off x="753400" y="701936"/>
              <a:ext cx="130500" cy="130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9" name="Google Shape;629;p36"/>
          <p:cNvGrpSpPr/>
          <p:nvPr/>
        </p:nvGrpSpPr>
        <p:grpSpPr>
          <a:xfrm>
            <a:off x="7592138" y="1428538"/>
            <a:ext cx="355063" cy="343836"/>
            <a:chOff x="528838" y="275275"/>
            <a:chExt cx="355063" cy="343836"/>
          </a:xfrm>
        </p:grpSpPr>
        <p:sp>
          <p:nvSpPr>
            <p:cNvPr id="630" name="Google Shape;630;p36"/>
            <p:cNvSpPr/>
            <p:nvPr/>
          </p:nvSpPr>
          <p:spPr>
            <a:xfrm>
              <a:off x="528838" y="275275"/>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6"/>
            <p:cNvSpPr/>
            <p:nvPr/>
          </p:nvSpPr>
          <p:spPr>
            <a:xfrm>
              <a:off x="753400" y="275275"/>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6"/>
            <p:cNvSpPr/>
            <p:nvPr/>
          </p:nvSpPr>
          <p:spPr>
            <a:xfrm>
              <a:off x="528838" y="488611"/>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6"/>
            <p:cNvSpPr/>
            <p:nvPr/>
          </p:nvSpPr>
          <p:spPr>
            <a:xfrm>
              <a:off x="753400" y="488611"/>
              <a:ext cx="130500" cy="130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37"/>
          <p:cNvSpPr/>
          <p:nvPr/>
        </p:nvSpPr>
        <p:spPr>
          <a:xfrm>
            <a:off x="-695322" y="3337200"/>
            <a:ext cx="2533800" cy="2533800"/>
          </a:xfrm>
          <a:prstGeom prst="ellipse">
            <a:avLst/>
          </a:prstGeom>
          <a:gradFill>
            <a:gsLst>
              <a:gs pos="0">
                <a:schemeClr val="dk1"/>
              </a:gs>
              <a:gs pos="100000">
                <a:srgbClr val="97ACD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7"/>
          <p:cNvSpPr/>
          <p:nvPr/>
        </p:nvSpPr>
        <p:spPr>
          <a:xfrm>
            <a:off x="6238883" y="-2189300"/>
            <a:ext cx="3977100" cy="3977100"/>
          </a:xfrm>
          <a:prstGeom prst="ellipse">
            <a:avLst/>
          </a:prstGeom>
          <a:gradFill>
            <a:gsLst>
              <a:gs pos="0">
                <a:schemeClr val="dk1"/>
              </a:gs>
              <a:gs pos="100000">
                <a:srgbClr val="97ACD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7"/>
          <p:cNvSpPr txBox="1"/>
          <p:nvPr/>
        </p:nvSpPr>
        <p:spPr>
          <a:xfrm>
            <a:off x="1551950" y="339275"/>
            <a:ext cx="2286600" cy="4002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1"/>
                </a:solidFill>
                <a:latin typeface="Fahkwang"/>
                <a:ea typeface="Fahkwang"/>
                <a:cs typeface="Fahkwang"/>
                <a:sym typeface="Fahkwang"/>
              </a:rPr>
              <a:t>AWESOME WORDS</a:t>
            </a:r>
            <a:endParaRPr b="1">
              <a:solidFill>
                <a:schemeClr val="dk1"/>
              </a:solidFill>
              <a:latin typeface="Fahkwang"/>
              <a:ea typeface="Fahkwang"/>
              <a:cs typeface="Fahkwang"/>
              <a:sym typeface="Fahkwang"/>
            </a:endParaRPr>
          </a:p>
        </p:txBody>
      </p:sp>
      <p:grpSp>
        <p:nvGrpSpPr>
          <p:cNvPr id="642" name="Google Shape;642;p37"/>
          <p:cNvGrpSpPr/>
          <p:nvPr/>
        </p:nvGrpSpPr>
        <p:grpSpPr>
          <a:xfrm>
            <a:off x="8430733" y="2288748"/>
            <a:ext cx="1354679" cy="2315347"/>
            <a:chOff x="1657875" y="610513"/>
            <a:chExt cx="478027" cy="817018"/>
          </a:xfrm>
        </p:grpSpPr>
        <p:sp>
          <p:nvSpPr>
            <p:cNvPr id="643" name="Google Shape;643;p37"/>
            <p:cNvSpPr/>
            <p:nvPr/>
          </p:nvSpPr>
          <p:spPr>
            <a:xfrm>
              <a:off x="1660914" y="1206960"/>
              <a:ext cx="471565" cy="220571"/>
            </a:xfrm>
            <a:custGeom>
              <a:avLst/>
              <a:gdLst/>
              <a:ahLst/>
              <a:cxnLst/>
              <a:rect l="l" t="t" r="r" b="b"/>
              <a:pathLst>
                <a:path w="14741" h="6895" extrusionOk="0">
                  <a:moveTo>
                    <a:pt x="14740" y="1"/>
                  </a:moveTo>
                  <a:lnTo>
                    <a:pt x="14740" y="4"/>
                  </a:lnTo>
                  <a:lnTo>
                    <a:pt x="14740" y="4"/>
                  </a:lnTo>
                  <a:cubicBezTo>
                    <a:pt x="14740" y="3"/>
                    <a:pt x="14740" y="2"/>
                    <a:pt x="14740" y="1"/>
                  </a:cubicBezTo>
                  <a:close/>
                  <a:moveTo>
                    <a:pt x="12" y="1"/>
                  </a:moveTo>
                  <a:lnTo>
                    <a:pt x="0" y="2620"/>
                  </a:lnTo>
                  <a:cubicBezTo>
                    <a:pt x="0" y="2775"/>
                    <a:pt x="96" y="2930"/>
                    <a:pt x="310" y="3049"/>
                  </a:cubicBezTo>
                  <a:lnTo>
                    <a:pt x="6656" y="6716"/>
                  </a:lnTo>
                  <a:cubicBezTo>
                    <a:pt x="6858" y="6835"/>
                    <a:pt x="7123" y="6894"/>
                    <a:pt x="7388" y="6894"/>
                  </a:cubicBezTo>
                  <a:cubicBezTo>
                    <a:pt x="7653" y="6894"/>
                    <a:pt x="7918" y="6835"/>
                    <a:pt x="8120" y="6716"/>
                  </a:cubicBezTo>
                  <a:lnTo>
                    <a:pt x="14431" y="3049"/>
                  </a:lnTo>
                  <a:cubicBezTo>
                    <a:pt x="14633" y="2941"/>
                    <a:pt x="14728" y="2787"/>
                    <a:pt x="14728" y="2632"/>
                  </a:cubicBezTo>
                  <a:lnTo>
                    <a:pt x="14740" y="4"/>
                  </a:lnTo>
                  <a:lnTo>
                    <a:pt x="14740" y="4"/>
                  </a:lnTo>
                  <a:cubicBezTo>
                    <a:pt x="14739" y="158"/>
                    <a:pt x="14643" y="311"/>
                    <a:pt x="14443" y="429"/>
                  </a:cubicBezTo>
                  <a:lnTo>
                    <a:pt x="8132" y="4096"/>
                  </a:lnTo>
                  <a:cubicBezTo>
                    <a:pt x="7930" y="4209"/>
                    <a:pt x="7665" y="4266"/>
                    <a:pt x="7400" y="4266"/>
                  </a:cubicBezTo>
                  <a:cubicBezTo>
                    <a:pt x="7135" y="4266"/>
                    <a:pt x="6870" y="4209"/>
                    <a:pt x="6668" y="4096"/>
                  </a:cubicBezTo>
                  <a:lnTo>
                    <a:pt x="322" y="429"/>
                  </a:lnTo>
                  <a:cubicBezTo>
                    <a:pt x="107" y="310"/>
                    <a:pt x="12" y="155"/>
                    <a:pt x="12" y="1"/>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7"/>
            <p:cNvSpPr/>
            <p:nvPr/>
          </p:nvSpPr>
          <p:spPr>
            <a:xfrm>
              <a:off x="1657875" y="1070620"/>
              <a:ext cx="478027" cy="272843"/>
            </a:xfrm>
            <a:custGeom>
              <a:avLst/>
              <a:gdLst/>
              <a:ahLst/>
              <a:cxnLst/>
              <a:rect l="l" t="t" r="r" b="b"/>
              <a:pathLst>
                <a:path w="14943" h="8529" extrusionOk="0">
                  <a:moveTo>
                    <a:pt x="7447" y="0"/>
                  </a:moveTo>
                  <a:cubicBezTo>
                    <a:pt x="7182" y="0"/>
                    <a:pt x="6918" y="60"/>
                    <a:pt x="6715" y="179"/>
                  </a:cubicBezTo>
                  <a:lnTo>
                    <a:pt x="405" y="3834"/>
                  </a:lnTo>
                  <a:cubicBezTo>
                    <a:pt x="0" y="4072"/>
                    <a:pt x="0" y="4453"/>
                    <a:pt x="417" y="4691"/>
                  </a:cubicBezTo>
                  <a:lnTo>
                    <a:pt x="6763" y="8358"/>
                  </a:lnTo>
                  <a:cubicBezTo>
                    <a:pt x="6965" y="8471"/>
                    <a:pt x="7230" y="8528"/>
                    <a:pt x="7495" y="8528"/>
                  </a:cubicBezTo>
                  <a:cubicBezTo>
                    <a:pt x="7760" y="8528"/>
                    <a:pt x="8025" y="8471"/>
                    <a:pt x="8227" y="8358"/>
                  </a:cubicBezTo>
                  <a:lnTo>
                    <a:pt x="14538" y="4691"/>
                  </a:lnTo>
                  <a:cubicBezTo>
                    <a:pt x="14942" y="4453"/>
                    <a:pt x="14942" y="4072"/>
                    <a:pt x="14526" y="3834"/>
                  </a:cubicBezTo>
                  <a:lnTo>
                    <a:pt x="8180" y="179"/>
                  </a:lnTo>
                  <a:cubicBezTo>
                    <a:pt x="7977" y="60"/>
                    <a:pt x="7712" y="0"/>
                    <a:pt x="7447" y="0"/>
                  </a:cubicBezTo>
                  <a:close/>
                </a:path>
              </a:pathLst>
            </a:custGeom>
            <a:gradFill>
              <a:gsLst>
                <a:gs pos="0">
                  <a:schemeClr val="dk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7"/>
            <p:cNvSpPr/>
            <p:nvPr/>
          </p:nvSpPr>
          <p:spPr>
            <a:xfrm>
              <a:off x="1941239" y="1347458"/>
              <a:ext cx="14875" cy="19322"/>
            </a:xfrm>
            <a:custGeom>
              <a:avLst/>
              <a:gdLst/>
              <a:ahLst/>
              <a:cxnLst/>
              <a:rect l="l" t="t" r="r" b="b"/>
              <a:pathLst>
                <a:path w="465" h="604" extrusionOk="0">
                  <a:moveTo>
                    <a:pt x="338" y="0"/>
                  </a:moveTo>
                  <a:cubicBezTo>
                    <a:pt x="305" y="0"/>
                    <a:pt x="267" y="12"/>
                    <a:pt x="227" y="38"/>
                  </a:cubicBezTo>
                  <a:cubicBezTo>
                    <a:pt x="96" y="109"/>
                    <a:pt x="0" y="288"/>
                    <a:pt x="0" y="443"/>
                  </a:cubicBezTo>
                  <a:cubicBezTo>
                    <a:pt x="0" y="544"/>
                    <a:pt x="49" y="604"/>
                    <a:pt x="124" y="604"/>
                  </a:cubicBezTo>
                  <a:cubicBezTo>
                    <a:pt x="154" y="604"/>
                    <a:pt x="189" y="594"/>
                    <a:pt x="227" y="574"/>
                  </a:cubicBezTo>
                  <a:cubicBezTo>
                    <a:pt x="357" y="502"/>
                    <a:pt x="465" y="323"/>
                    <a:pt x="465" y="169"/>
                  </a:cubicBezTo>
                  <a:cubicBezTo>
                    <a:pt x="465" y="62"/>
                    <a:pt x="413" y="0"/>
                    <a:pt x="3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7"/>
            <p:cNvSpPr/>
            <p:nvPr/>
          </p:nvSpPr>
          <p:spPr>
            <a:xfrm>
              <a:off x="1985417" y="1324841"/>
              <a:ext cx="14875" cy="19482"/>
            </a:xfrm>
            <a:custGeom>
              <a:avLst/>
              <a:gdLst/>
              <a:ahLst/>
              <a:cxnLst/>
              <a:rect l="l" t="t" r="r" b="b"/>
              <a:pathLst>
                <a:path w="465" h="609" extrusionOk="0">
                  <a:moveTo>
                    <a:pt x="340" y="0"/>
                  </a:moveTo>
                  <a:cubicBezTo>
                    <a:pt x="310" y="0"/>
                    <a:pt x="276" y="10"/>
                    <a:pt x="239" y="30"/>
                  </a:cubicBezTo>
                  <a:cubicBezTo>
                    <a:pt x="108" y="114"/>
                    <a:pt x="0" y="292"/>
                    <a:pt x="0" y="447"/>
                  </a:cubicBezTo>
                  <a:cubicBezTo>
                    <a:pt x="0" y="549"/>
                    <a:pt x="55" y="608"/>
                    <a:pt x="133" y="608"/>
                  </a:cubicBezTo>
                  <a:cubicBezTo>
                    <a:pt x="165" y="608"/>
                    <a:pt x="201" y="599"/>
                    <a:pt x="239" y="578"/>
                  </a:cubicBezTo>
                  <a:cubicBezTo>
                    <a:pt x="370" y="507"/>
                    <a:pt x="465" y="316"/>
                    <a:pt x="465" y="173"/>
                  </a:cubicBezTo>
                  <a:cubicBezTo>
                    <a:pt x="465" y="62"/>
                    <a:pt x="416" y="0"/>
                    <a:pt x="34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7"/>
            <p:cNvSpPr/>
            <p:nvPr/>
          </p:nvSpPr>
          <p:spPr>
            <a:xfrm>
              <a:off x="2028827" y="1302321"/>
              <a:ext cx="16795" cy="19354"/>
            </a:xfrm>
            <a:custGeom>
              <a:avLst/>
              <a:gdLst/>
              <a:ahLst/>
              <a:cxnLst/>
              <a:rect l="l" t="t" r="r" b="b"/>
              <a:pathLst>
                <a:path w="525" h="605" extrusionOk="0">
                  <a:moveTo>
                    <a:pt x="361" y="1"/>
                  </a:moveTo>
                  <a:cubicBezTo>
                    <a:pt x="274" y="1"/>
                    <a:pt x="170" y="80"/>
                    <a:pt x="96" y="210"/>
                  </a:cubicBezTo>
                  <a:cubicBezTo>
                    <a:pt x="1" y="365"/>
                    <a:pt x="1" y="532"/>
                    <a:pt x="96" y="591"/>
                  </a:cubicBezTo>
                  <a:cubicBezTo>
                    <a:pt x="114" y="601"/>
                    <a:pt x="134" y="605"/>
                    <a:pt x="155" y="605"/>
                  </a:cubicBezTo>
                  <a:cubicBezTo>
                    <a:pt x="244" y="605"/>
                    <a:pt x="352" y="526"/>
                    <a:pt x="429" y="401"/>
                  </a:cubicBezTo>
                  <a:cubicBezTo>
                    <a:pt x="525" y="246"/>
                    <a:pt x="525" y="68"/>
                    <a:pt x="429" y="20"/>
                  </a:cubicBezTo>
                  <a:cubicBezTo>
                    <a:pt x="409" y="7"/>
                    <a:pt x="385" y="1"/>
                    <a:pt x="3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7"/>
            <p:cNvSpPr/>
            <p:nvPr/>
          </p:nvSpPr>
          <p:spPr>
            <a:xfrm>
              <a:off x="2074156" y="1279896"/>
              <a:ext cx="14875" cy="19098"/>
            </a:xfrm>
            <a:custGeom>
              <a:avLst/>
              <a:gdLst/>
              <a:ahLst/>
              <a:cxnLst/>
              <a:rect l="l" t="t" r="r" b="b"/>
              <a:pathLst>
                <a:path w="465" h="597" extrusionOk="0">
                  <a:moveTo>
                    <a:pt x="332" y="0"/>
                  </a:moveTo>
                  <a:cubicBezTo>
                    <a:pt x="300" y="0"/>
                    <a:pt x="264" y="10"/>
                    <a:pt x="227" y="30"/>
                  </a:cubicBezTo>
                  <a:cubicBezTo>
                    <a:pt x="96" y="102"/>
                    <a:pt x="1" y="280"/>
                    <a:pt x="1" y="435"/>
                  </a:cubicBezTo>
                  <a:cubicBezTo>
                    <a:pt x="1" y="537"/>
                    <a:pt x="49" y="596"/>
                    <a:pt x="124" y="596"/>
                  </a:cubicBezTo>
                  <a:cubicBezTo>
                    <a:pt x="154" y="596"/>
                    <a:pt x="189" y="587"/>
                    <a:pt x="227" y="566"/>
                  </a:cubicBezTo>
                  <a:cubicBezTo>
                    <a:pt x="358" y="495"/>
                    <a:pt x="465" y="316"/>
                    <a:pt x="465" y="161"/>
                  </a:cubicBezTo>
                  <a:cubicBezTo>
                    <a:pt x="465" y="60"/>
                    <a:pt x="411" y="0"/>
                    <a:pt x="3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7"/>
            <p:cNvSpPr/>
            <p:nvPr/>
          </p:nvSpPr>
          <p:spPr>
            <a:xfrm>
              <a:off x="1689097" y="1161630"/>
              <a:ext cx="414814" cy="140116"/>
            </a:xfrm>
            <a:custGeom>
              <a:avLst/>
              <a:gdLst/>
              <a:ahLst/>
              <a:cxnLst/>
              <a:rect l="l" t="t" r="r" b="b"/>
              <a:pathLst>
                <a:path w="12967" h="4380" extrusionOk="0">
                  <a:moveTo>
                    <a:pt x="12" y="1"/>
                  </a:moveTo>
                  <a:lnTo>
                    <a:pt x="0" y="632"/>
                  </a:lnTo>
                  <a:cubicBezTo>
                    <a:pt x="0" y="763"/>
                    <a:pt x="96" y="906"/>
                    <a:pt x="274" y="1001"/>
                  </a:cubicBezTo>
                  <a:lnTo>
                    <a:pt x="5858" y="4227"/>
                  </a:lnTo>
                  <a:cubicBezTo>
                    <a:pt x="6037" y="4329"/>
                    <a:pt x="6272" y="4379"/>
                    <a:pt x="6507" y="4379"/>
                  </a:cubicBezTo>
                  <a:cubicBezTo>
                    <a:pt x="6742" y="4379"/>
                    <a:pt x="6977" y="4329"/>
                    <a:pt x="7156" y="4227"/>
                  </a:cubicBezTo>
                  <a:lnTo>
                    <a:pt x="12692" y="1001"/>
                  </a:lnTo>
                  <a:cubicBezTo>
                    <a:pt x="12871" y="906"/>
                    <a:pt x="12966" y="775"/>
                    <a:pt x="12966" y="632"/>
                  </a:cubicBezTo>
                  <a:lnTo>
                    <a:pt x="12966" y="13"/>
                  </a:lnTo>
                  <a:cubicBezTo>
                    <a:pt x="12966" y="144"/>
                    <a:pt x="12883" y="275"/>
                    <a:pt x="12704" y="382"/>
                  </a:cubicBezTo>
                  <a:lnTo>
                    <a:pt x="7156" y="3608"/>
                  </a:lnTo>
                  <a:cubicBezTo>
                    <a:pt x="6983" y="3710"/>
                    <a:pt x="6751" y="3760"/>
                    <a:pt x="6518" y="3760"/>
                  </a:cubicBezTo>
                  <a:cubicBezTo>
                    <a:pt x="6284" y="3760"/>
                    <a:pt x="6049" y="3710"/>
                    <a:pt x="5870" y="3608"/>
                  </a:cubicBezTo>
                  <a:lnTo>
                    <a:pt x="286" y="382"/>
                  </a:lnTo>
                  <a:cubicBezTo>
                    <a:pt x="108" y="275"/>
                    <a:pt x="12" y="144"/>
                    <a:pt x="12" y="1"/>
                  </a:cubicBez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7"/>
            <p:cNvSpPr/>
            <p:nvPr/>
          </p:nvSpPr>
          <p:spPr>
            <a:xfrm>
              <a:off x="1686793" y="1041765"/>
              <a:ext cx="420157" cy="240181"/>
            </a:xfrm>
            <a:custGeom>
              <a:avLst/>
              <a:gdLst/>
              <a:ahLst/>
              <a:cxnLst/>
              <a:rect l="l" t="t" r="r" b="b"/>
              <a:pathLst>
                <a:path w="13134" h="7508" extrusionOk="0">
                  <a:moveTo>
                    <a:pt x="6543" y="0"/>
                  </a:moveTo>
                  <a:cubicBezTo>
                    <a:pt x="6308" y="0"/>
                    <a:pt x="6073" y="51"/>
                    <a:pt x="5895" y="152"/>
                  </a:cubicBezTo>
                  <a:lnTo>
                    <a:pt x="358" y="3379"/>
                  </a:lnTo>
                  <a:cubicBezTo>
                    <a:pt x="1" y="3593"/>
                    <a:pt x="1" y="3926"/>
                    <a:pt x="358" y="4129"/>
                  </a:cubicBezTo>
                  <a:lnTo>
                    <a:pt x="5942" y="7355"/>
                  </a:lnTo>
                  <a:cubicBezTo>
                    <a:pt x="6121" y="7457"/>
                    <a:pt x="6356" y="7507"/>
                    <a:pt x="6590" y="7507"/>
                  </a:cubicBezTo>
                  <a:cubicBezTo>
                    <a:pt x="6823" y="7507"/>
                    <a:pt x="7055" y="7457"/>
                    <a:pt x="7228" y="7355"/>
                  </a:cubicBezTo>
                  <a:lnTo>
                    <a:pt x="12776" y="4129"/>
                  </a:lnTo>
                  <a:cubicBezTo>
                    <a:pt x="13134" y="3926"/>
                    <a:pt x="13134" y="3581"/>
                    <a:pt x="12776" y="3379"/>
                  </a:cubicBezTo>
                  <a:lnTo>
                    <a:pt x="7192" y="152"/>
                  </a:lnTo>
                  <a:cubicBezTo>
                    <a:pt x="7014" y="51"/>
                    <a:pt x="6779" y="0"/>
                    <a:pt x="6543" y="0"/>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7"/>
            <p:cNvSpPr/>
            <p:nvPr/>
          </p:nvSpPr>
          <p:spPr>
            <a:xfrm>
              <a:off x="1689097" y="1122795"/>
              <a:ext cx="414814" cy="139988"/>
            </a:xfrm>
            <a:custGeom>
              <a:avLst/>
              <a:gdLst/>
              <a:ahLst/>
              <a:cxnLst/>
              <a:rect l="l" t="t" r="r" b="b"/>
              <a:pathLst>
                <a:path w="12967" h="4376" extrusionOk="0">
                  <a:moveTo>
                    <a:pt x="12" y="0"/>
                  </a:moveTo>
                  <a:lnTo>
                    <a:pt x="0" y="619"/>
                  </a:lnTo>
                  <a:cubicBezTo>
                    <a:pt x="0" y="750"/>
                    <a:pt x="96" y="893"/>
                    <a:pt x="274" y="1000"/>
                  </a:cubicBezTo>
                  <a:lnTo>
                    <a:pt x="5858" y="4215"/>
                  </a:lnTo>
                  <a:cubicBezTo>
                    <a:pt x="6037" y="4322"/>
                    <a:pt x="6272" y="4376"/>
                    <a:pt x="6507" y="4376"/>
                  </a:cubicBezTo>
                  <a:cubicBezTo>
                    <a:pt x="6742" y="4376"/>
                    <a:pt x="6977" y="4322"/>
                    <a:pt x="7156" y="4215"/>
                  </a:cubicBezTo>
                  <a:lnTo>
                    <a:pt x="12692" y="1000"/>
                  </a:lnTo>
                  <a:cubicBezTo>
                    <a:pt x="12871" y="893"/>
                    <a:pt x="12966" y="762"/>
                    <a:pt x="12966" y="619"/>
                  </a:cubicBezTo>
                  <a:lnTo>
                    <a:pt x="12966" y="0"/>
                  </a:lnTo>
                  <a:cubicBezTo>
                    <a:pt x="12966" y="131"/>
                    <a:pt x="12883" y="274"/>
                    <a:pt x="12704" y="369"/>
                  </a:cubicBezTo>
                  <a:lnTo>
                    <a:pt x="7156" y="3596"/>
                  </a:lnTo>
                  <a:cubicBezTo>
                    <a:pt x="6983" y="3697"/>
                    <a:pt x="6751" y="3748"/>
                    <a:pt x="6518" y="3748"/>
                  </a:cubicBezTo>
                  <a:cubicBezTo>
                    <a:pt x="6284" y="3748"/>
                    <a:pt x="6049" y="3697"/>
                    <a:pt x="5870" y="3596"/>
                  </a:cubicBezTo>
                  <a:lnTo>
                    <a:pt x="286" y="369"/>
                  </a:lnTo>
                  <a:cubicBezTo>
                    <a:pt x="108" y="274"/>
                    <a:pt x="12" y="131"/>
                    <a:pt x="12" y="0"/>
                  </a:cubicBez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7"/>
            <p:cNvSpPr/>
            <p:nvPr/>
          </p:nvSpPr>
          <p:spPr>
            <a:xfrm>
              <a:off x="1686793" y="1002610"/>
              <a:ext cx="420157" cy="240085"/>
            </a:xfrm>
            <a:custGeom>
              <a:avLst/>
              <a:gdLst/>
              <a:ahLst/>
              <a:cxnLst/>
              <a:rect l="l" t="t" r="r" b="b"/>
              <a:pathLst>
                <a:path w="13134" h="7505" extrusionOk="0">
                  <a:moveTo>
                    <a:pt x="6543" y="1"/>
                  </a:moveTo>
                  <a:cubicBezTo>
                    <a:pt x="6308" y="1"/>
                    <a:pt x="6073" y="55"/>
                    <a:pt x="5895" y="162"/>
                  </a:cubicBezTo>
                  <a:lnTo>
                    <a:pt x="358" y="3376"/>
                  </a:lnTo>
                  <a:cubicBezTo>
                    <a:pt x="1" y="3591"/>
                    <a:pt x="1" y="3924"/>
                    <a:pt x="358" y="4126"/>
                  </a:cubicBezTo>
                  <a:lnTo>
                    <a:pt x="5942" y="7353"/>
                  </a:lnTo>
                  <a:cubicBezTo>
                    <a:pt x="6121" y="7454"/>
                    <a:pt x="6356" y="7505"/>
                    <a:pt x="6590" y="7505"/>
                  </a:cubicBezTo>
                  <a:cubicBezTo>
                    <a:pt x="6823" y="7505"/>
                    <a:pt x="7055" y="7454"/>
                    <a:pt x="7228" y="7353"/>
                  </a:cubicBezTo>
                  <a:lnTo>
                    <a:pt x="12776" y="4126"/>
                  </a:lnTo>
                  <a:cubicBezTo>
                    <a:pt x="13134" y="3924"/>
                    <a:pt x="13134" y="3591"/>
                    <a:pt x="12776" y="3376"/>
                  </a:cubicBezTo>
                  <a:lnTo>
                    <a:pt x="7192" y="162"/>
                  </a:lnTo>
                  <a:cubicBezTo>
                    <a:pt x="7014" y="55"/>
                    <a:pt x="6779" y="1"/>
                    <a:pt x="6543" y="1"/>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7"/>
            <p:cNvSpPr/>
            <p:nvPr/>
          </p:nvSpPr>
          <p:spPr>
            <a:xfrm>
              <a:off x="1689097" y="1083575"/>
              <a:ext cx="414814" cy="140084"/>
            </a:xfrm>
            <a:custGeom>
              <a:avLst/>
              <a:gdLst/>
              <a:ahLst/>
              <a:cxnLst/>
              <a:rect l="l" t="t" r="r" b="b"/>
              <a:pathLst>
                <a:path w="12967" h="4379" extrusionOk="0">
                  <a:moveTo>
                    <a:pt x="12" y="0"/>
                  </a:moveTo>
                  <a:lnTo>
                    <a:pt x="0" y="619"/>
                  </a:lnTo>
                  <a:cubicBezTo>
                    <a:pt x="0" y="762"/>
                    <a:pt x="96" y="893"/>
                    <a:pt x="274" y="1000"/>
                  </a:cubicBezTo>
                  <a:lnTo>
                    <a:pt x="5858" y="4227"/>
                  </a:lnTo>
                  <a:cubicBezTo>
                    <a:pt x="6037" y="4328"/>
                    <a:pt x="6272" y="4379"/>
                    <a:pt x="6507" y="4379"/>
                  </a:cubicBezTo>
                  <a:cubicBezTo>
                    <a:pt x="6742" y="4379"/>
                    <a:pt x="6977" y="4328"/>
                    <a:pt x="7156" y="4227"/>
                  </a:cubicBezTo>
                  <a:lnTo>
                    <a:pt x="12692" y="1000"/>
                  </a:lnTo>
                  <a:cubicBezTo>
                    <a:pt x="12871" y="893"/>
                    <a:pt x="12966" y="762"/>
                    <a:pt x="12966" y="631"/>
                  </a:cubicBezTo>
                  <a:lnTo>
                    <a:pt x="12966" y="0"/>
                  </a:lnTo>
                  <a:cubicBezTo>
                    <a:pt x="12966" y="143"/>
                    <a:pt x="12883" y="274"/>
                    <a:pt x="12704" y="381"/>
                  </a:cubicBezTo>
                  <a:lnTo>
                    <a:pt x="7156" y="3596"/>
                  </a:lnTo>
                  <a:cubicBezTo>
                    <a:pt x="6983" y="3703"/>
                    <a:pt x="6751" y="3756"/>
                    <a:pt x="6518" y="3756"/>
                  </a:cubicBezTo>
                  <a:cubicBezTo>
                    <a:pt x="6284" y="3756"/>
                    <a:pt x="6049" y="3703"/>
                    <a:pt x="5870" y="3596"/>
                  </a:cubicBezTo>
                  <a:lnTo>
                    <a:pt x="286" y="381"/>
                  </a:lnTo>
                  <a:cubicBezTo>
                    <a:pt x="108" y="274"/>
                    <a:pt x="12" y="131"/>
                    <a:pt x="12" y="0"/>
                  </a:cubicBez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7"/>
            <p:cNvSpPr/>
            <p:nvPr/>
          </p:nvSpPr>
          <p:spPr>
            <a:xfrm>
              <a:off x="1686793" y="963678"/>
              <a:ext cx="420157" cy="240085"/>
            </a:xfrm>
            <a:custGeom>
              <a:avLst/>
              <a:gdLst/>
              <a:ahLst/>
              <a:cxnLst/>
              <a:rect l="l" t="t" r="r" b="b"/>
              <a:pathLst>
                <a:path w="13134" h="7505" extrusionOk="0">
                  <a:moveTo>
                    <a:pt x="6543" y="1"/>
                  </a:moveTo>
                  <a:cubicBezTo>
                    <a:pt x="6308" y="1"/>
                    <a:pt x="6073" y="51"/>
                    <a:pt x="5895" y="152"/>
                  </a:cubicBezTo>
                  <a:lnTo>
                    <a:pt x="358" y="3379"/>
                  </a:lnTo>
                  <a:cubicBezTo>
                    <a:pt x="1" y="3581"/>
                    <a:pt x="1" y="3915"/>
                    <a:pt x="358" y="4129"/>
                  </a:cubicBezTo>
                  <a:lnTo>
                    <a:pt x="5942" y="7344"/>
                  </a:lnTo>
                  <a:cubicBezTo>
                    <a:pt x="6121" y="7451"/>
                    <a:pt x="6356" y="7504"/>
                    <a:pt x="6590" y="7504"/>
                  </a:cubicBezTo>
                  <a:cubicBezTo>
                    <a:pt x="6823" y="7504"/>
                    <a:pt x="7055" y="7451"/>
                    <a:pt x="7228" y="7344"/>
                  </a:cubicBezTo>
                  <a:lnTo>
                    <a:pt x="12776" y="4129"/>
                  </a:lnTo>
                  <a:cubicBezTo>
                    <a:pt x="13134" y="3915"/>
                    <a:pt x="13134" y="3581"/>
                    <a:pt x="12776" y="3379"/>
                  </a:cubicBezTo>
                  <a:lnTo>
                    <a:pt x="7192" y="152"/>
                  </a:lnTo>
                  <a:cubicBezTo>
                    <a:pt x="7014" y="51"/>
                    <a:pt x="6779" y="1"/>
                    <a:pt x="6543" y="1"/>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7"/>
            <p:cNvSpPr/>
            <p:nvPr/>
          </p:nvSpPr>
          <p:spPr>
            <a:xfrm>
              <a:off x="1660914" y="976922"/>
              <a:ext cx="471565" cy="220539"/>
            </a:xfrm>
            <a:custGeom>
              <a:avLst/>
              <a:gdLst/>
              <a:ahLst/>
              <a:cxnLst/>
              <a:rect l="l" t="t" r="r" b="b"/>
              <a:pathLst>
                <a:path w="14741" h="6894" extrusionOk="0">
                  <a:moveTo>
                    <a:pt x="14740" y="12"/>
                  </a:moveTo>
                  <a:lnTo>
                    <a:pt x="14740" y="15"/>
                  </a:lnTo>
                  <a:lnTo>
                    <a:pt x="14740" y="15"/>
                  </a:lnTo>
                  <a:cubicBezTo>
                    <a:pt x="14740" y="14"/>
                    <a:pt x="14740" y="13"/>
                    <a:pt x="14740" y="12"/>
                  </a:cubicBezTo>
                  <a:close/>
                  <a:moveTo>
                    <a:pt x="12" y="0"/>
                  </a:moveTo>
                  <a:lnTo>
                    <a:pt x="0" y="2632"/>
                  </a:lnTo>
                  <a:cubicBezTo>
                    <a:pt x="0" y="2786"/>
                    <a:pt x="96" y="2941"/>
                    <a:pt x="310" y="3060"/>
                  </a:cubicBezTo>
                  <a:lnTo>
                    <a:pt x="6656" y="6715"/>
                  </a:lnTo>
                  <a:cubicBezTo>
                    <a:pt x="6858" y="6834"/>
                    <a:pt x="7123" y="6894"/>
                    <a:pt x="7388" y="6894"/>
                  </a:cubicBezTo>
                  <a:cubicBezTo>
                    <a:pt x="7653" y="6894"/>
                    <a:pt x="7918" y="6834"/>
                    <a:pt x="8120" y="6715"/>
                  </a:cubicBezTo>
                  <a:lnTo>
                    <a:pt x="14431" y="3060"/>
                  </a:lnTo>
                  <a:cubicBezTo>
                    <a:pt x="14633" y="2941"/>
                    <a:pt x="14728" y="2786"/>
                    <a:pt x="14728" y="2632"/>
                  </a:cubicBezTo>
                  <a:lnTo>
                    <a:pt x="14740" y="15"/>
                  </a:lnTo>
                  <a:lnTo>
                    <a:pt x="14740" y="15"/>
                  </a:lnTo>
                  <a:cubicBezTo>
                    <a:pt x="14739" y="157"/>
                    <a:pt x="14644" y="311"/>
                    <a:pt x="14443" y="429"/>
                  </a:cubicBezTo>
                  <a:lnTo>
                    <a:pt x="8132" y="4096"/>
                  </a:lnTo>
                  <a:cubicBezTo>
                    <a:pt x="7930" y="4215"/>
                    <a:pt x="7665" y="4275"/>
                    <a:pt x="7400" y="4275"/>
                  </a:cubicBezTo>
                  <a:cubicBezTo>
                    <a:pt x="7135" y="4275"/>
                    <a:pt x="6870" y="4215"/>
                    <a:pt x="6668" y="4096"/>
                  </a:cubicBezTo>
                  <a:lnTo>
                    <a:pt x="322" y="429"/>
                  </a:lnTo>
                  <a:cubicBezTo>
                    <a:pt x="107" y="310"/>
                    <a:pt x="12" y="155"/>
                    <a:pt x="12" y="0"/>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7"/>
            <p:cNvSpPr/>
            <p:nvPr/>
          </p:nvSpPr>
          <p:spPr>
            <a:xfrm>
              <a:off x="1657875" y="840550"/>
              <a:ext cx="478027" cy="273131"/>
            </a:xfrm>
            <a:custGeom>
              <a:avLst/>
              <a:gdLst/>
              <a:ahLst/>
              <a:cxnLst/>
              <a:rect l="l" t="t" r="r" b="b"/>
              <a:pathLst>
                <a:path w="14943" h="8538" extrusionOk="0">
                  <a:moveTo>
                    <a:pt x="7447" y="1"/>
                  </a:moveTo>
                  <a:cubicBezTo>
                    <a:pt x="7182" y="1"/>
                    <a:pt x="6918" y="60"/>
                    <a:pt x="6715" y="179"/>
                  </a:cubicBezTo>
                  <a:lnTo>
                    <a:pt x="405" y="3835"/>
                  </a:lnTo>
                  <a:cubicBezTo>
                    <a:pt x="0" y="4073"/>
                    <a:pt x="0" y="4454"/>
                    <a:pt x="417" y="4692"/>
                  </a:cubicBezTo>
                  <a:lnTo>
                    <a:pt x="6763" y="8359"/>
                  </a:lnTo>
                  <a:cubicBezTo>
                    <a:pt x="6965" y="8478"/>
                    <a:pt x="7230" y="8538"/>
                    <a:pt x="7495" y="8538"/>
                  </a:cubicBezTo>
                  <a:cubicBezTo>
                    <a:pt x="7760" y="8538"/>
                    <a:pt x="8025" y="8478"/>
                    <a:pt x="8227" y="8359"/>
                  </a:cubicBezTo>
                  <a:lnTo>
                    <a:pt x="14538" y="4692"/>
                  </a:lnTo>
                  <a:cubicBezTo>
                    <a:pt x="14942" y="4454"/>
                    <a:pt x="14942" y="4073"/>
                    <a:pt x="14526" y="3835"/>
                  </a:cubicBezTo>
                  <a:lnTo>
                    <a:pt x="8180" y="179"/>
                  </a:lnTo>
                  <a:cubicBezTo>
                    <a:pt x="7977" y="60"/>
                    <a:pt x="7712" y="1"/>
                    <a:pt x="7447" y="1"/>
                  </a:cubicBezTo>
                  <a:close/>
                </a:path>
              </a:pathLst>
            </a:custGeom>
            <a:gradFill>
              <a:gsLst>
                <a:gs pos="0">
                  <a:schemeClr val="dk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7"/>
            <p:cNvSpPr/>
            <p:nvPr/>
          </p:nvSpPr>
          <p:spPr>
            <a:xfrm>
              <a:off x="1941239" y="1117644"/>
              <a:ext cx="14875" cy="19322"/>
            </a:xfrm>
            <a:custGeom>
              <a:avLst/>
              <a:gdLst/>
              <a:ahLst/>
              <a:cxnLst/>
              <a:rect l="l" t="t" r="r" b="b"/>
              <a:pathLst>
                <a:path w="465" h="604" extrusionOk="0">
                  <a:moveTo>
                    <a:pt x="332" y="0"/>
                  </a:moveTo>
                  <a:cubicBezTo>
                    <a:pt x="300" y="0"/>
                    <a:pt x="264" y="10"/>
                    <a:pt x="227" y="30"/>
                  </a:cubicBezTo>
                  <a:cubicBezTo>
                    <a:pt x="96" y="102"/>
                    <a:pt x="0" y="292"/>
                    <a:pt x="0" y="435"/>
                  </a:cubicBezTo>
                  <a:cubicBezTo>
                    <a:pt x="0" y="542"/>
                    <a:pt x="46" y="604"/>
                    <a:pt x="118" y="604"/>
                  </a:cubicBezTo>
                  <a:cubicBezTo>
                    <a:pt x="149" y="604"/>
                    <a:pt x="186" y="592"/>
                    <a:pt x="227" y="566"/>
                  </a:cubicBezTo>
                  <a:cubicBezTo>
                    <a:pt x="357" y="495"/>
                    <a:pt x="465" y="316"/>
                    <a:pt x="465" y="161"/>
                  </a:cubicBezTo>
                  <a:cubicBezTo>
                    <a:pt x="465" y="60"/>
                    <a:pt x="410" y="0"/>
                    <a:pt x="3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7"/>
            <p:cNvSpPr/>
            <p:nvPr/>
          </p:nvSpPr>
          <p:spPr>
            <a:xfrm>
              <a:off x="1985417" y="1094932"/>
              <a:ext cx="14875" cy="19322"/>
            </a:xfrm>
            <a:custGeom>
              <a:avLst/>
              <a:gdLst/>
              <a:ahLst/>
              <a:cxnLst/>
              <a:rect l="l" t="t" r="r" b="b"/>
              <a:pathLst>
                <a:path w="465" h="604" extrusionOk="0">
                  <a:moveTo>
                    <a:pt x="347" y="0"/>
                  </a:moveTo>
                  <a:cubicBezTo>
                    <a:pt x="316" y="0"/>
                    <a:pt x="279" y="12"/>
                    <a:pt x="239" y="38"/>
                  </a:cubicBezTo>
                  <a:cubicBezTo>
                    <a:pt x="108" y="109"/>
                    <a:pt x="0" y="288"/>
                    <a:pt x="0" y="443"/>
                  </a:cubicBezTo>
                  <a:cubicBezTo>
                    <a:pt x="0" y="544"/>
                    <a:pt x="55" y="604"/>
                    <a:pt x="133" y="604"/>
                  </a:cubicBezTo>
                  <a:cubicBezTo>
                    <a:pt x="165" y="604"/>
                    <a:pt x="201" y="594"/>
                    <a:pt x="239" y="574"/>
                  </a:cubicBezTo>
                  <a:cubicBezTo>
                    <a:pt x="370" y="502"/>
                    <a:pt x="465" y="312"/>
                    <a:pt x="465" y="169"/>
                  </a:cubicBezTo>
                  <a:cubicBezTo>
                    <a:pt x="465" y="62"/>
                    <a:pt x="419" y="0"/>
                    <a:pt x="3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7"/>
            <p:cNvSpPr/>
            <p:nvPr/>
          </p:nvSpPr>
          <p:spPr>
            <a:xfrm>
              <a:off x="2029594" y="1072315"/>
              <a:ext cx="15259" cy="19482"/>
            </a:xfrm>
            <a:custGeom>
              <a:avLst/>
              <a:gdLst/>
              <a:ahLst/>
              <a:cxnLst/>
              <a:rect l="l" t="t" r="r" b="b"/>
              <a:pathLst>
                <a:path w="477" h="609" extrusionOk="0">
                  <a:moveTo>
                    <a:pt x="342" y="1"/>
                  </a:moveTo>
                  <a:cubicBezTo>
                    <a:pt x="311" y="1"/>
                    <a:pt x="276" y="10"/>
                    <a:pt x="239" y="31"/>
                  </a:cubicBezTo>
                  <a:cubicBezTo>
                    <a:pt x="108" y="114"/>
                    <a:pt x="1" y="292"/>
                    <a:pt x="1" y="435"/>
                  </a:cubicBezTo>
                  <a:cubicBezTo>
                    <a:pt x="1" y="546"/>
                    <a:pt x="56" y="608"/>
                    <a:pt x="135" y="608"/>
                  </a:cubicBezTo>
                  <a:cubicBezTo>
                    <a:pt x="166" y="608"/>
                    <a:pt x="202" y="598"/>
                    <a:pt x="239" y="578"/>
                  </a:cubicBezTo>
                  <a:cubicBezTo>
                    <a:pt x="370" y="495"/>
                    <a:pt x="477" y="316"/>
                    <a:pt x="477" y="173"/>
                  </a:cubicBezTo>
                  <a:cubicBezTo>
                    <a:pt x="477" y="63"/>
                    <a:pt x="422" y="1"/>
                    <a:pt x="3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7"/>
            <p:cNvSpPr/>
            <p:nvPr/>
          </p:nvSpPr>
          <p:spPr>
            <a:xfrm>
              <a:off x="2074156" y="1049826"/>
              <a:ext cx="14875" cy="19354"/>
            </a:xfrm>
            <a:custGeom>
              <a:avLst/>
              <a:gdLst/>
              <a:ahLst/>
              <a:cxnLst/>
              <a:rect l="l" t="t" r="r" b="b"/>
              <a:pathLst>
                <a:path w="465" h="605" extrusionOk="0">
                  <a:moveTo>
                    <a:pt x="332" y="1"/>
                  </a:moveTo>
                  <a:cubicBezTo>
                    <a:pt x="300" y="1"/>
                    <a:pt x="264" y="11"/>
                    <a:pt x="227" y="31"/>
                  </a:cubicBezTo>
                  <a:cubicBezTo>
                    <a:pt x="96" y="103"/>
                    <a:pt x="1" y="293"/>
                    <a:pt x="1" y="436"/>
                  </a:cubicBezTo>
                  <a:cubicBezTo>
                    <a:pt x="1" y="543"/>
                    <a:pt x="46" y="605"/>
                    <a:pt x="118" y="605"/>
                  </a:cubicBezTo>
                  <a:cubicBezTo>
                    <a:pt x="150" y="605"/>
                    <a:pt x="187" y="592"/>
                    <a:pt x="227" y="567"/>
                  </a:cubicBezTo>
                  <a:cubicBezTo>
                    <a:pt x="358" y="495"/>
                    <a:pt x="465" y="317"/>
                    <a:pt x="465" y="162"/>
                  </a:cubicBezTo>
                  <a:cubicBezTo>
                    <a:pt x="465" y="60"/>
                    <a:pt x="411" y="1"/>
                    <a:pt x="3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7"/>
            <p:cNvSpPr/>
            <p:nvPr/>
          </p:nvSpPr>
          <p:spPr>
            <a:xfrm>
              <a:off x="1689097" y="931977"/>
              <a:ext cx="414814" cy="139988"/>
            </a:xfrm>
            <a:custGeom>
              <a:avLst/>
              <a:gdLst/>
              <a:ahLst/>
              <a:cxnLst/>
              <a:rect l="l" t="t" r="r" b="b"/>
              <a:pathLst>
                <a:path w="12967" h="4376" extrusionOk="0">
                  <a:moveTo>
                    <a:pt x="12" y="0"/>
                  </a:moveTo>
                  <a:lnTo>
                    <a:pt x="0" y="619"/>
                  </a:lnTo>
                  <a:cubicBezTo>
                    <a:pt x="0" y="750"/>
                    <a:pt x="96" y="893"/>
                    <a:pt x="274" y="1000"/>
                  </a:cubicBezTo>
                  <a:lnTo>
                    <a:pt x="5858" y="4215"/>
                  </a:lnTo>
                  <a:cubicBezTo>
                    <a:pt x="6037" y="4322"/>
                    <a:pt x="6272" y="4376"/>
                    <a:pt x="6507" y="4376"/>
                  </a:cubicBezTo>
                  <a:cubicBezTo>
                    <a:pt x="6742" y="4376"/>
                    <a:pt x="6977" y="4322"/>
                    <a:pt x="7156" y="4215"/>
                  </a:cubicBezTo>
                  <a:lnTo>
                    <a:pt x="12692" y="1000"/>
                  </a:lnTo>
                  <a:cubicBezTo>
                    <a:pt x="12871" y="893"/>
                    <a:pt x="12966" y="762"/>
                    <a:pt x="12966" y="619"/>
                  </a:cubicBezTo>
                  <a:lnTo>
                    <a:pt x="12966" y="0"/>
                  </a:lnTo>
                  <a:cubicBezTo>
                    <a:pt x="12966" y="131"/>
                    <a:pt x="12883" y="274"/>
                    <a:pt x="12704" y="369"/>
                  </a:cubicBezTo>
                  <a:lnTo>
                    <a:pt x="7156" y="3596"/>
                  </a:lnTo>
                  <a:cubicBezTo>
                    <a:pt x="6983" y="3697"/>
                    <a:pt x="6751" y="3748"/>
                    <a:pt x="6518" y="3748"/>
                  </a:cubicBezTo>
                  <a:cubicBezTo>
                    <a:pt x="6284" y="3748"/>
                    <a:pt x="6049" y="3697"/>
                    <a:pt x="5870" y="3596"/>
                  </a:cubicBezTo>
                  <a:lnTo>
                    <a:pt x="286" y="369"/>
                  </a:lnTo>
                  <a:cubicBezTo>
                    <a:pt x="108" y="274"/>
                    <a:pt x="12" y="131"/>
                    <a:pt x="12" y="0"/>
                  </a:cubicBez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7"/>
            <p:cNvSpPr/>
            <p:nvPr/>
          </p:nvSpPr>
          <p:spPr>
            <a:xfrm>
              <a:off x="1686793" y="811791"/>
              <a:ext cx="420157" cy="240085"/>
            </a:xfrm>
            <a:custGeom>
              <a:avLst/>
              <a:gdLst/>
              <a:ahLst/>
              <a:cxnLst/>
              <a:rect l="l" t="t" r="r" b="b"/>
              <a:pathLst>
                <a:path w="13134" h="7505" extrusionOk="0">
                  <a:moveTo>
                    <a:pt x="6543" y="1"/>
                  </a:moveTo>
                  <a:cubicBezTo>
                    <a:pt x="6308" y="1"/>
                    <a:pt x="6073" y="55"/>
                    <a:pt x="5895" y="162"/>
                  </a:cubicBezTo>
                  <a:lnTo>
                    <a:pt x="358" y="3376"/>
                  </a:lnTo>
                  <a:cubicBezTo>
                    <a:pt x="1" y="3591"/>
                    <a:pt x="1" y="3924"/>
                    <a:pt x="358" y="4126"/>
                  </a:cubicBezTo>
                  <a:lnTo>
                    <a:pt x="5942" y="7353"/>
                  </a:lnTo>
                  <a:cubicBezTo>
                    <a:pt x="6121" y="7454"/>
                    <a:pt x="6356" y="7505"/>
                    <a:pt x="6590" y="7505"/>
                  </a:cubicBezTo>
                  <a:cubicBezTo>
                    <a:pt x="6823" y="7505"/>
                    <a:pt x="7055" y="7454"/>
                    <a:pt x="7228" y="7353"/>
                  </a:cubicBezTo>
                  <a:lnTo>
                    <a:pt x="12776" y="4126"/>
                  </a:lnTo>
                  <a:cubicBezTo>
                    <a:pt x="13134" y="3924"/>
                    <a:pt x="13134" y="3591"/>
                    <a:pt x="12776" y="3376"/>
                  </a:cubicBezTo>
                  <a:lnTo>
                    <a:pt x="7192" y="162"/>
                  </a:lnTo>
                  <a:cubicBezTo>
                    <a:pt x="7014" y="55"/>
                    <a:pt x="6779" y="1"/>
                    <a:pt x="6543" y="1"/>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7"/>
            <p:cNvSpPr/>
            <p:nvPr/>
          </p:nvSpPr>
          <p:spPr>
            <a:xfrm>
              <a:off x="1689097" y="892725"/>
              <a:ext cx="414814" cy="140020"/>
            </a:xfrm>
            <a:custGeom>
              <a:avLst/>
              <a:gdLst/>
              <a:ahLst/>
              <a:cxnLst/>
              <a:rect l="l" t="t" r="r" b="b"/>
              <a:pathLst>
                <a:path w="12967" h="4377" extrusionOk="0">
                  <a:moveTo>
                    <a:pt x="12" y="1"/>
                  </a:moveTo>
                  <a:lnTo>
                    <a:pt x="0" y="620"/>
                  </a:lnTo>
                  <a:cubicBezTo>
                    <a:pt x="0" y="763"/>
                    <a:pt x="96" y="894"/>
                    <a:pt x="274" y="1001"/>
                  </a:cubicBezTo>
                  <a:lnTo>
                    <a:pt x="5858" y="4216"/>
                  </a:lnTo>
                  <a:cubicBezTo>
                    <a:pt x="6037" y="4323"/>
                    <a:pt x="6272" y="4377"/>
                    <a:pt x="6507" y="4377"/>
                  </a:cubicBezTo>
                  <a:cubicBezTo>
                    <a:pt x="6742" y="4377"/>
                    <a:pt x="6977" y="4323"/>
                    <a:pt x="7156" y="4216"/>
                  </a:cubicBezTo>
                  <a:lnTo>
                    <a:pt x="12692" y="1001"/>
                  </a:lnTo>
                  <a:cubicBezTo>
                    <a:pt x="12871" y="894"/>
                    <a:pt x="12966" y="763"/>
                    <a:pt x="12966" y="632"/>
                  </a:cubicBezTo>
                  <a:lnTo>
                    <a:pt x="12966" y="1"/>
                  </a:lnTo>
                  <a:cubicBezTo>
                    <a:pt x="12966" y="144"/>
                    <a:pt x="12883" y="275"/>
                    <a:pt x="12704" y="382"/>
                  </a:cubicBezTo>
                  <a:lnTo>
                    <a:pt x="7156" y="3597"/>
                  </a:lnTo>
                  <a:cubicBezTo>
                    <a:pt x="6983" y="3698"/>
                    <a:pt x="6751" y="3748"/>
                    <a:pt x="6518" y="3748"/>
                  </a:cubicBezTo>
                  <a:cubicBezTo>
                    <a:pt x="6284" y="3748"/>
                    <a:pt x="6049" y="3698"/>
                    <a:pt x="5870" y="3597"/>
                  </a:cubicBezTo>
                  <a:lnTo>
                    <a:pt x="286" y="370"/>
                  </a:lnTo>
                  <a:cubicBezTo>
                    <a:pt x="108" y="275"/>
                    <a:pt x="12" y="132"/>
                    <a:pt x="12" y="1"/>
                  </a:cubicBez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7"/>
            <p:cNvSpPr/>
            <p:nvPr/>
          </p:nvSpPr>
          <p:spPr>
            <a:xfrm>
              <a:off x="1686793" y="772860"/>
              <a:ext cx="420157" cy="240085"/>
            </a:xfrm>
            <a:custGeom>
              <a:avLst/>
              <a:gdLst/>
              <a:ahLst/>
              <a:cxnLst/>
              <a:rect l="l" t="t" r="r" b="b"/>
              <a:pathLst>
                <a:path w="13134" h="7505" extrusionOk="0">
                  <a:moveTo>
                    <a:pt x="6543" y="1"/>
                  </a:moveTo>
                  <a:cubicBezTo>
                    <a:pt x="6308" y="1"/>
                    <a:pt x="6073" y="51"/>
                    <a:pt x="5895" y="152"/>
                  </a:cubicBezTo>
                  <a:lnTo>
                    <a:pt x="358" y="3379"/>
                  </a:lnTo>
                  <a:cubicBezTo>
                    <a:pt x="1" y="3581"/>
                    <a:pt x="1" y="3915"/>
                    <a:pt x="358" y="4129"/>
                  </a:cubicBezTo>
                  <a:lnTo>
                    <a:pt x="5942" y="7344"/>
                  </a:lnTo>
                  <a:cubicBezTo>
                    <a:pt x="6121" y="7451"/>
                    <a:pt x="6356" y="7504"/>
                    <a:pt x="6590" y="7504"/>
                  </a:cubicBezTo>
                  <a:cubicBezTo>
                    <a:pt x="6823" y="7504"/>
                    <a:pt x="7055" y="7451"/>
                    <a:pt x="7228" y="7344"/>
                  </a:cubicBezTo>
                  <a:lnTo>
                    <a:pt x="12776" y="4129"/>
                  </a:lnTo>
                  <a:cubicBezTo>
                    <a:pt x="13134" y="3915"/>
                    <a:pt x="13134" y="3581"/>
                    <a:pt x="12776" y="3379"/>
                  </a:cubicBezTo>
                  <a:lnTo>
                    <a:pt x="7192" y="152"/>
                  </a:lnTo>
                  <a:cubicBezTo>
                    <a:pt x="7014" y="51"/>
                    <a:pt x="6779" y="1"/>
                    <a:pt x="6543" y="1"/>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7"/>
            <p:cNvSpPr/>
            <p:nvPr/>
          </p:nvSpPr>
          <p:spPr>
            <a:xfrm>
              <a:off x="1689097" y="853506"/>
              <a:ext cx="414814" cy="140116"/>
            </a:xfrm>
            <a:custGeom>
              <a:avLst/>
              <a:gdLst/>
              <a:ahLst/>
              <a:cxnLst/>
              <a:rect l="l" t="t" r="r" b="b"/>
              <a:pathLst>
                <a:path w="12967" h="4380" extrusionOk="0">
                  <a:moveTo>
                    <a:pt x="12" y="1"/>
                  </a:moveTo>
                  <a:lnTo>
                    <a:pt x="0" y="620"/>
                  </a:lnTo>
                  <a:cubicBezTo>
                    <a:pt x="0" y="763"/>
                    <a:pt x="96" y="894"/>
                    <a:pt x="274" y="1001"/>
                  </a:cubicBezTo>
                  <a:lnTo>
                    <a:pt x="5858" y="4227"/>
                  </a:lnTo>
                  <a:cubicBezTo>
                    <a:pt x="6037" y="4329"/>
                    <a:pt x="6272" y="4379"/>
                    <a:pt x="6507" y="4379"/>
                  </a:cubicBezTo>
                  <a:cubicBezTo>
                    <a:pt x="6742" y="4379"/>
                    <a:pt x="6977" y="4329"/>
                    <a:pt x="7156" y="4227"/>
                  </a:cubicBezTo>
                  <a:lnTo>
                    <a:pt x="12692" y="1001"/>
                  </a:lnTo>
                  <a:cubicBezTo>
                    <a:pt x="12871" y="894"/>
                    <a:pt x="12966" y="763"/>
                    <a:pt x="12966" y="632"/>
                  </a:cubicBezTo>
                  <a:lnTo>
                    <a:pt x="12966" y="1"/>
                  </a:lnTo>
                  <a:cubicBezTo>
                    <a:pt x="12966" y="144"/>
                    <a:pt x="12883" y="274"/>
                    <a:pt x="12704" y="382"/>
                  </a:cubicBezTo>
                  <a:lnTo>
                    <a:pt x="7156" y="3596"/>
                  </a:lnTo>
                  <a:cubicBezTo>
                    <a:pt x="6983" y="3703"/>
                    <a:pt x="6751" y="3757"/>
                    <a:pt x="6518" y="3757"/>
                  </a:cubicBezTo>
                  <a:cubicBezTo>
                    <a:pt x="6284" y="3757"/>
                    <a:pt x="6049" y="3703"/>
                    <a:pt x="5870" y="3596"/>
                  </a:cubicBezTo>
                  <a:lnTo>
                    <a:pt x="286" y="382"/>
                  </a:lnTo>
                  <a:cubicBezTo>
                    <a:pt x="108" y="274"/>
                    <a:pt x="12" y="132"/>
                    <a:pt x="12" y="1"/>
                  </a:cubicBez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7"/>
            <p:cNvSpPr/>
            <p:nvPr/>
          </p:nvSpPr>
          <p:spPr>
            <a:xfrm>
              <a:off x="1686793" y="733641"/>
              <a:ext cx="420157" cy="240085"/>
            </a:xfrm>
            <a:custGeom>
              <a:avLst/>
              <a:gdLst/>
              <a:ahLst/>
              <a:cxnLst/>
              <a:rect l="l" t="t" r="r" b="b"/>
              <a:pathLst>
                <a:path w="13134" h="7505" extrusionOk="0">
                  <a:moveTo>
                    <a:pt x="6543" y="0"/>
                  </a:moveTo>
                  <a:cubicBezTo>
                    <a:pt x="6308" y="0"/>
                    <a:pt x="6073" y="51"/>
                    <a:pt x="5895" y="152"/>
                  </a:cubicBezTo>
                  <a:lnTo>
                    <a:pt x="358" y="3379"/>
                  </a:lnTo>
                  <a:cubicBezTo>
                    <a:pt x="1" y="3581"/>
                    <a:pt x="1" y="3914"/>
                    <a:pt x="358" y="4129"/>
                  </a:cubicBezTo>
                  <a:lnTo>
                    <a:pt x="5942" y="7343"/>
                  </a:lnTo>
                  <a:cubicBezTo>
                    <a:pt x="6121" y="7450"/>
                    <a:pt x="6356" y="7504"/>
                    <a:pt x="6590" y="7504"/>
                  </a:cubicBezTo>
                  <a:cubicBezTo>
                    <a:pt x="6823" y="7504"/>
                    <a:pt x="7055" y="7450"/>
                    <a:pt x="7228" y="7343"/>
                  </a:cubicBezTo>
                  <a:lnTo>
                    <a:pt x="12776" y="4129"/>
                  </a:lnTo>
                  <a:cubicBezTo>
                    <a:pt x="13134" y="3914"/>
                    <a:pt x="13134" y="3581"/>
                    <a:pt x="12776" y="3379"/>
                  </a:cubicBezTo>
                  <a:lnTo>
                    <a:pt x="7192" y="152"/>
                  </a:lnTo>
                  <a:cubicBezTo>
                    <a:pt x="7014" y="51"/>
                    <a:pt x="6779" y="0"/>
                    <a:pt x="6543" y="0"/>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7"/>
            <p:cNvSpPr/>
            <p:nvPr/>
          </p:nvSpPr>
          <p:spPr>
            <a:xfrm>
              <a:off x="1660914" y="746852"/>
              <a:ext cx="471565" cy="220571"/>
            </a:xfrm>
            <a:custGeom>
              <a:avLst/>
              <a:gdLst/>
              <a:ahLst/>
              <a:cxnLst/>
              <a:rect l="l" t="t" r="r" b="b"/>
              <a:pathLst>
                <a:path w="14741" h="6895" extrusionOk="0">
                  <a:moveTo>
                    <a:pt x="14740" y="13"/>
                  </a:moveTo>
                  <a:lnTo>
                    <a:pt x="14740" y="16"/>
                  </a:lnTo>
                  <a:lnTo>
                    <a:pt x="14740" y="16"/>
                  </a:lnTo>
                  <a:cubicBezTo>
                    <a:pt x="14740" y="15"/>
                    <a:pt x="14740" y="14"/>
                    <a:pt x="14740" y="13"/>
                  </a:cubicBezTo>
                  <a:close/>
                  <a:moveTo>
                    <a:pt x="12" y="1"/>
                  </a:moveTo>
                  <a:lnTo>
                    <a:pt x="0" y="2632"/>
                  </a:lnTo>
                  <a:cubicBezTo>
                    <a:pt x="0" y="2787"/>
                    <a:pt x="96" y="2942"/>
                    <a:pt x="310" y="3061"/>
                  </a:cubicBezTo>
                  <a:lnTo>
                    <a:pt x="6656" y="6716"/>
                  </a:lnTo>
                  <a:cubicBezTo>
                    <a:pt x="6858" y="6835"/>
                    <a:pt x="7123" y="6895"/>
                    <a:pt x="7388" y="6895"/>
                  </a:cubicBezTo>
                  <a:cubicBezTo>
                    <a:pt x="7653" y="6895"/>
                    <a:pt x="7918" y="6835"/>
                    <a:pt x="8120" y="6716"/>
                  </a:cubicBezTo>
                  <a:lnTo>
                    <a:pt x="14431" y="3061"/>
                  </a:lnTo>
                  <a:cubicBezTo>
                    <a:pt x="14633" y="2942"/>
                    <a:pt x="14728" y="2787"/>
                    <a:pt x="14728" y="2632"/>
                  </a:cubicBezTo>
                  <a:lnTo>
                    <a:pt x="14740" y="16"/>
                  </a:lnTo>
                  <a:lnTo>
                    <a:pt x="14740" y="16"/>
                  </a:lnTo>
                  <a:cubicBezTo>
                    <a:pt x="14739" y="170"/>
                    <a:pt x="14643" y="311"/>
                    <a:pt x="14443" y="430"/>
                  </a:cubicBezTo>
                  <a:lnTo>
                    <a:pt x="8132" y="4097"/>
                  </a:lnTo>
                  <a:cubicBezTo>
                    <a:pt x="7930" y="4216"/>
                    <a:pt x="7665" y="4275"/>
                    <a:pt x="7400" y="4275"/>
                  </a:cubicBezTo>
                  <a:cubicBezTo>
                    <a:pt x="7135" y="4275"/>
                    <a:pt x="6870" y="4216"/>
                    <a:pt x="6668" y="4097"/>
                  </a:cubicBezTo>
                  <a:lnTo>
                    <a:pt x="322" y="430"/>
                  </a:lnTo>
                  <a:cubicBezTo>
                    <a:pt x="107" y="310"/>
                    <a:pt x="12" y="156"/>
                    <a:pt x="12" y="1"/>
                  </a:cubicBez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7"/>
            <p:cNvSpPr/>
            <p:nvPr/>
          </p:nvSpPr>
          <p:spPr>
            <a:xfrm>
              <a:off x="1657875" y="610513"/>
              <a:ext cx="478027" cy="273131"/>
            </a:xfrm>
            <a:custGeom>
              <a:avLst/>
              <a:gdLst/>
              <a:ahLst/>
              <a:cxnLst/>
              <a:rect l="l" t="t" r="r" b="b"/>
              <a:pathLst>
                <a:path w="14943" h="8538" extrusionOk="0">
                  <a:moveTo>
                    <a:pt x="7447" y="0"/>
                  </a:moveTo>
                  <a:cubicBezTo>
                    <a:pt x="7182" y="0"/>
                    <a:pt x="6918" y="60"/>
                    <a:pt x="6715" y="179"/>
                  </a:cubicBezTo>
                  <a:lnTo>
                    <a:pt x="405" y="3846"/>
                  </a:lnTo>
                  <a:cubicBezTo>
                    <a:pt x="0" y="4084"/>
                    <a:pt x="0" y="4465"/>
                    <a:pt x="417" y="4692"/>
                  </a:cubicBezTo>
                  <a:lnTo>
                    <a:pt x="6763" y="8359"/>
                  </a:lnTo>
                  <a:cubicBezTo>
                    <a:pt x="6965" y="8478"/>
                    <a:pt x="7230" y="8537"/>
                    <a:pt x="7495" y="8537"/>
                  </a:cubicBezTo>
                  <a:cubicBezTo>
                    <a:pt x="7760" y="8537"/>
                    <a:pt x="8025" y="8478"/>
                    <a:pt x="8227" y="8359"/>
                  </a:cubicBezTo>
                  <a:lnTo>
                    <a:pt x="14538" y="4692"/>
                  </a:lnTo>
                  <a:cubicBezTo>
                    <a:pt x="14942" y="4465"/>
                    <a:pt x="14942" y="4072"/>
                    <a:pt x="14526" y="3846"/>
                  </a:cubicBezTo>
                  <a:lnTo>
                    <a:pt x="8180" y="179"/>
                  </a:lnTo>
                  <a:cubicBezTo>
                    <a:pt x="7977" y="60"/>
                    <a:pt x="7712" y="0"/>
                    <a:pt x="7447" y="0"/>
                  </a:cubicBezTo>
                  <a:close/>
                </a:path>
              </a:pathLst>
            </a:custGeom>
            <a:gradFill>
              <a:gsLst>
                <a:gs pos="0">
                  <a:schemeClr val="dk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7"/>
            <p:cNvSpPr/>
            <p:nvPr/>
          </p:nvSpPr>
          <p:spPr>
            <a:xfrm>
              <a:off x="1941239" y="887575"/>
              <a:ext cx="14875" cy="19482"/>
            </a:xfrm>
            <a:custGeom>
              <a:avLst/>
              <a:gdLst/>
              <a:ahLst/>
              <a:cxnLst/>
              <a:rect l="l" t="t" r="r" b="b"/>
              <a:pathLst>
                <a:path w="465" h="609" extrusionOk="0">
                  <a:moveTo>
                    <a:pt x="332" y="1"/>
                  </a:moveTo>
                  <a:cubicBezTo>
                    <a:pt x="300" y="1"/>
                    <a:pt x="264" y="10"/>
                    <a:pt x="227" y="31"/>
                  </a:cubicBezTo>
                  <a:cubicBezTo>
                    <a:pt x="96" y="102"/>
                    <a:pt x="0" y="293"/>
                    <a:pt x="0" y="436"/>
                  </a:cubicBezTo>
                  <a:cubicBezTo>
                    <a:pt x="0" y="547"/>
                    <a:pt x="49" y="609"/>
                    <a:pt x="125" y="609"/>
                  </a:cubicBezTo>
                  <a:cubicBezTo>
                    <a:pt x="155" y="609"/>
                    <a:pt x="189" y="599"/>
                    <a:pt x="227" y="579"/>
                  </a:cubicBezTo>
                  <a:cubicBezTo>
                    <a:pt x="357" y="495"/>
                    <a:pt x="465" y="317"/>
                    <a:pt x="465" y="162"/>
                  </a:cubicBezTo>
                  <a:cubicBezTo>
                    <a:pt x="465" y="60"/>
                    <a:pt x="410" y="1"/>
                    <a:pt x="3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7"/>
            <p:cNvSpPr/>
            <p:nvPr/>
          </p:nvSpPr>
          <p:spPr>
            <a:xfrm>
              <a:off x="1985417" y="865118"/>
              <a:ext cx="14875" cy="19098"/>
            </a:xfrm>
            <a:custGeom>
              <a:avLst/>
              <a:gdLst/>
              <a:ahLst/>
              <a:cxnLst/>
              <a:rect l="l" t="t" r="r" b="b"/>
              <a:pathLst>
                <a:path w="465" h="597" extrusionOk="0">
                  <a:moveTo>
                    <a:pt x="341" y="0"/>
                  </a:moveTo>
                  <a:cubicBezTo>
                    <a:pt x="311" y="0"/>
                    <a:pt x="276" y="10"/>
                    <a:pt x="239" y="31"/>
                  </a:cubicBezTo>
                  <a:cubicBezTo>
                    <a:pt x="108" y="102"/>
                    <a:pt x="0" y="281"/>
                    <a:pt x="0" y="435"/>
                  </a:cubicBezTo>
                  <a:cubicBezTo>
                    <a:pt x="0" y="537"/>
                    <a:pt x="55" y="597"/>
                    <a:pt x="133" y="597"/>
                  </a:cubicBezTo>
                  <a:cubicBezTo>
                    <a:pt x="165" y="597"/>
                    <a:pt x="201" y="587"/>
                    <a:pt x="239" y="566"/>
                  </a:cubicBezTo>
                  <a:cubicBezTo>
                    <a:pt x="370" y="495"/>
                    <a:pt x="465" y="316"/>
                    <a:pt x="465" y="162"/>
                  </a:cubicBezTo>
                  <a:cubicBezTo>
                    <a:pt x="465" y="60"/>
                    <a:pt x="416" y="0"/>
                    <a:pt x="3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7"/>
            <p:cNvSpPr/>
            <p:nvPr/>
          </p:nvSpPr>
          <p:spPr>
            <a:xfrm>
              <a:off x="2029594" y="842406"/>
              <a:ext cx="15259" cy="19354"/>
            </a:xfrm>
            <a:custGeom>
              <a:avLst/>
              <a:gdLst/>
              <a:ahLst/>
              <a:cxnLst/>
              <a:rect l="l" t="t" r="r" b="b"/>
              <a:pathLst>
                <a:path w="477" h="605" extrusionOk="0">
                  <a:moveTo>
                    <a:pt x="350" y="0"/>
                  </a:moveTo>
                  <a:cubicBezTo>
                    <a:pt x="317" y="0"/>
                    <a:pt x="279" y="12"/>
                    <a:pt x="239" y="38"/>
                  </a:cubicBezTo>
                  <a:cubicBezTo>
                    <a:pt x="108" y="110"/>
                    <a:pt x="1" y="288"/>
                    <a:pt x="1" y="443"/>
                  </a:cubicBezTo>
                  <a:cubicBezTo>
                    <a:pt x="1" y="545"/>
                    <a:pt x="55" y="604"/>
                    <a:pt x="133" y="604"/>
                  </a:cubicBezTo>
                  <a:cubicBezTo>
                    <a:pt x="165" y="604"/>
                    <a:pt x="201" y="594"/>
                    <a:pt x="239" y="574"/>
                  </a:cubicBezTo>
                  <a:cubicBezTo>
                    <a:pt x="370" y="502"/>
                    <a:pt x="477" y="312"/>
                    <a:pt x="477" y="169"/>
                  </a:cubicBezTo>
                  <a:cubicBezTo>
                    <a:pt x="477" y="62"/>
                    <a:pt x="425" y="0"/>
                    <a:pt x="3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7"/>
            <p:cNvSpPr/>
            <p:nvPr/>
          </p:nvSpPr>
          <p:spPr>
            <a:xfrm>
              <a:off x="2074156" y="819789"/>
              <a:ext cx="14875" cy="19482"/>
            </a:xfrm>
            <a:custGeom>
              <a:avLst/>
              <a:gdLst/>
              <a:ahLst/>
              <a:cxnLst/>
              <a:rect l="l" t="t" r="r" b="b"/>
              <a:pathLst>
                <a:path w="465" h="609" extrusionOk="0">
                  <a:moveTo>
                    <a:pt x="332" y="0"/>
                  </a:moveTo>
                  <a:cubicBezTo>
                    <a:pt x="300" y="0"/>
                    <a:pt x="264" y="10"/>
                    <a:pt x="227" y="31"/>
                  </a:cubicBezTo>
                  <a:cubicBezTo>
                    <a:pt x="96" y="102"/>
                    <a:pt x="1" y="293"/>
                    <a:pt x="1" y="436"/>
                  </a:cubicBezTo>
                  <a:cubicBezTo>
                    <a:pt x="1" y="546"/>
                    <a:pt x="49" y="608"/>
                    <a:pt x="125" y="608"/>
                  </a:cubicBezTo>
                  <a:cubicBezTo>
                    <a:pt x="155" y="608"/>
                    <a:pt x="190" y="599"/>
                    <a:pt x="227" y="578"/>
                  </a:cubicBezTo>
                  <a:cubicBezTo>
                    <a:pt x="358" y="495"/>
                    <a:pt x="465" y="316"/>
                    <a:pt x="465" y="162"/>
                  </a:cubicBezTo>
                  <a:cubicBezTo>
                    <a:pt x="465" y="60"/>
                    <a:pt x="411" y="0"/>
                    <a:pt x="3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7"/>
            <p:cNvSpPr/>
            <p:nvPr/>
          </p:nvSpPr>
          <p:spPr>
            <a:xfrm>
              <a:off x="1897061" y="721357"/>
              <a:ext cx="142835" cy="112381"/>
            </a:xfrm>
            <a:custGeom>
              <a:avLst/>
              <a:gdLst/>
              <a:ahLst/>
              <a:cxnLst/>
              <a:rect l="l" t="t" r="r" b="b"/>
              <a:pathLst>
                <a:path w="4465" h="3513" extrusionOk="0">
                  <a:moveTo>
                    <a:pt x="4465" y="0"/>
                  </a:moveTo>
                  <a:lnTo>
                    <a:pt x="0" y="2584"/>
                  </a:lnTo>
                  <a:lnTo>
                    <a:pt x="0" y="3513"/>
                  </a:lnTo>
                  <a:lnTo>
                    <a:pt x="4453" y="917"/>
                  </a:lnTo>
                  <a:lnTo>
                    <a:pt x="4465" y="0"/>
                  </a:ln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7"/>
            <p:cNvSpPr/>
            <p:nvPr/>
          </p:nvSpPr>
          <p:spPr>
            <a:xfrm>
              <a:off x="1753460" y="721357"/>
              <a:ext cx="143635" cy="112381"/>
            </a:xfrm>
            <a:custGeom>
              <a:avLst/>
              <a:gdLst/>
              <a:ahLst/>
              <a:cxnLst/>
              <a:rect l="l" t="t" r="r" b="b"/>
              <a:pathLst>
                <a:path w="4490" h="3513" extrusionOk="0">
                  <a:moveTo>
                    <a:pt x="12" y="0"/>
                  </a:moveTo>
                  <a:lnTo>
                    <a:pt x="1" y="917"/>
                  </a:lnTo>
                  <a:lnTo>
                    <a:pt x="4489" y="3513"/>
                  </a:lnTo>
                  <a:lnTo>
                    <a:pt x="4489" y="2584"/>
                  </a:lnTo>
                  <a:lnTo>
                    <a:pt x="12" y="0"/>
                  </a:ln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7"/>
            <p:cNvSpPr/>
            <p:nvPr/>
          </p:nvSpPr>
          <p:spPr>
            <a:xfrm>
              <a:off x="1753844" y="638312"/>
              <a:ext cx="286055" cy="165708"/>
            </a:xfrm>
            <a:custGeom>
              <a:avLst/>
              <a:gdLst/>
              <a:ahLst/>
              <a:cxnLst/>
              <a:rect l="l" t="t" r="r" b="b"/>
              <a:pathLst>
                <a:path w="8942" h="5180" extrusionOk="0">
                  <a:moveTo>
                    <a:pt x="4453" y="1"/>
                  </a:moveTo>
                  <a:lnTo>
                    <a:pt x="0" y="2596"/>
                  </a:lnTo>
                  <a:lnTo>
                    <a:pt x="4477" y="5180"/>
                  </a:lnTo>
                  <a:lnTo>
                    <a:pt x="8942" y="2596"/>
                  </a:lnTo>
                  <a:lnTo>
                    <a:pt x="445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7"/>
            <p:cNvSpPr/>
            <p:nvPr/>
          </p:nvSpPr>
          <p:spPr>
            <a:xfrm>
              <a:off x="1806787" y="675675"/>
              <a:ext cx="179816" cy="94466"/>
            </a:xfrm>
            <a:custGeom>
              <a:avLst/>
              <a:gdLst/>
              <a:ahLst/>
              <a:cxnLst/>
              <a:rect l="l" t="t" r="r" b="b"/>
              <a:pathLst>
                <a:path w="5621" h="2953" extrusionOk="0">
                  <a:moveTo>
                    <a:pt x="2790" y="1"/>
                  </a:moveTo>
                  <a:cubicBezTo>
                    <a:pt x="2140" y="1"/>
                    <a:pt x="1492" y="144"/>
                    <a:pt x="1001" y="428"/>
                  </a:cubicBezTo>
                  <a:cubicBezTo>
                    <a:pt x="0" y="1000"/>
                    <a:pt x="0" y="1940"/>
                    <a:pt x="1001" y="2524"/>
                  </a:cubicBezTo>
                  <a:cubicBezTo>
                    <a:pt x="1507" y="2809"/>
                    <a:pt x="2164" y="2952"/>
                    <a:pt x="2819" y="2952"/>
                  </a:cubicBezTo>
                  <a:cubicBezTo>
                    <a:pt x="3474" y="2952"/>
                    <a:pt x="4126" y="2809"/>
                    <a:pt x="4620" y="2524"/>
                  </a:cubicBezTo>
                  <a:cubicBezTo>
                    <a:pt x="5620" y="1952"/>
                    <a:pt x="5608" y="1011"/>
                    <a:pt x="4608" y="440"/>
                  </a:cubicBezTo>
                  <a:cubicBezTo>
                    <a:pt x="4105" y="147"/>
                    <a:pt x="3446" y="1"/>
                    <a:pt x="2790" y="1"/>
                  </a:cubicBez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7" name="Google Shape;677;p37"/>
          <p:cNvSpPr/>
          <p:nvPr/>
        </p:nvSpPr>
        <p:spPr>
          <a:xfrm>
            <a:off x="7593625" y="2180802"/>
            <a:ext cx="528900" cy="601800"/>
          </a:xfrm>
          <a:prstGeom prst="upArrow">
            <a:avLst>
              <a:gd name="adj1" fmla="val 50000"/>
              <a:gd name="adj2" fmla="val 67875"/>
            </a:avLst>
          </a:prstGeom>
          <a:gradFill>
            <a:gsLst>
              <a:gs pos="0">
                <a:schemeClr val="dk1"/>
              </a:gs>
              <a:gs pos="100000">
                <a:srgbClr val="97ACD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7"/>
          <p:cNvSpPr/>
          <p:nvPr/>
        </p:nvSpPr>
        <p:spPr>
          <a:xfrm>
            <a:off x="7593625" y="2656718"/>
            <a:ext cx="528900" cy="601800"/>
          </a:xfrm>
          <a:prstGeom prst="upArrow">
            <a:avLst>
              <a:gd name="adj1" fmla="val 50000"/>
              <a:gd name="adj2" fmla="val 67875"/>
            </a:avLst>
          </a:prstGeom>
          <a:gradFill>
            <a:gsLst>
              <a:gs pos="0">
                <a:schemeClr val="dk1"/>
              </a:gs>
              <a:gs pos="100000">
                <a:srgbClr val="97ACDE">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9" name="Google Shape;679;p37"/>
          <p:cNvGrpSpPr/>
          <p:nvPr/>
        </p:nvGrpSpPr>
        <p:grpSpPr>
          <a:xfrm>
            <a:off x="8484225" y="260788"/>
            <a:ext cx="355063" cy="557161"/>
            <a:chOff x="304275" y="275275"/>
            <a:chExt cx="355063" cy="557161"/>
          </a:xfrm>
        </p:grpSpPr>
        <p:sp>
          <p:nvSpPr>
            <p:cNvPr id="680" name="Google Shape;680;p37"/>
            <p:cNvSpPr/>
            <p:nvPr/>
          </p:nvSpPr>
          <p:spPr>
            <a:xfrm>
              <a:off x="304275" y="275275"/>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7"/>
            <p:cNvSpPr/>
            <p:nvPr/>
          </p:nvSpPr>
          <p:spPr>
            <a:xfrm>
              <a:off x="528838" y="275275"/>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7"/>
            <p:cNvSpPr/>
            <p:nvPr/>
          </p:nvSpPr>
          <p:spPr>
            <a:xfrm>
              <a:off x="304275" y="488611"/>
              <a:ext cx="130500" cy="130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7"/>
            <p:cNvSpPr/>
            <p:nvPr/>
          </p:nvSpPr>
          <p:spPr>
            <a:xfrm>
              <a:off x="528838" y="488611"/>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7"/>
            <p:cNvSpPr/>
            <p:nvPr/>
          </p:nvSpPr>
          <p:spPr>
            <a:xfrm>
              <a:off x="304275" y="701936"/>
              <a:ext cx="130500" cy="130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7"/>
            <p:cNvSpPr/>
            <p:nvPr/>
          </p:nvSpPr>
          <p:spPr>
            <a:xfrm>
              <a:off x="528838" y="701936"/>
              <a:ext cx="130500" cy="1305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6" name="Google Shape;686;p37"/>
          <p:cNvGrpSpPr/>
          <p:nvPr/>
        </p:nvGrpSpPr>
        <p:grpSpPr>
          <a:xfrm>
            <a:off x="6476838" y="3651522"/>
            <a:ext cx="1645688" cy="2171872"/>
            <a:chOff x="683950" y="1497553"/>
            <a:chExt cx="701636" cy="925974"/>
          </a:xfrm>
        </p:grpSpPr>
        <p:sp>
          <p:nvSpPr>
            <p:cNvPr id="687" name="Google Shape;687;p37"/>
            <p:cNvSpPr/>
            <p:nvPr/>
          </p:nvSpPr>
          <p:spPr>
            <a:xfrm>
              <a:off x="913252" y="2289041"/>
              <a:ext cx="339766" cy="134486"/>
            </a:xfrm>
            <a:custGeom>
              <a:avLst/>
              <a:gdLst/>
              <a:ahLst/>
              <a:cxnLst/>
              <a:rect l="l" t="t" r="r" b="b"/>
              <a:pathLst>
                <a:path w="10621" h="4204" extrusionOk="0">
                  <a:moveTo>
                    <a:pt x="10609" y="0"/>
                  </a:moveTo>
                  <a:cubicBezTo>
                    <a:pt x="10609" y="24"/>
                    <a:pt x="10609" y="48"/>
                    <a:pt x="10597" y="84"/>
                  </a:cubicBezTo>
                  <a:cubicBezTo>
                    <a:pt x="10573" y="167"/>
                    <a:pt x="10502" y="250"/>
                    <a:pt x="10394" y="310"/>
                  </a:cubicBezTo>
                  <a:lnTo>
                    <a:pt x="4453" y="3739"/>
                  </a:lnTo>
                  <a:cubicBezTo>
                    <a:pt x="4418" y="3763"/>
                    <a:pt x="4370" y="3774"/>
                    <a:pt x="4334" y="3798"/>
                  </a:cubicBezTo>
                  <a:lnTo>
                    <a:pt x="4310" y="3798"/>
                  </a:lnTo>
                  <a:cubicBezTo>
                    <a:pt x="4275" y="3810"/>
                    <a:pt x="4251" y="3822"/>
                    <a:pt x="4203" y="3834"/>
                  </a:cubicBezTo>
                  <a:lnTo>
                    <a:pt x="4191" y="3834"/>
                  </a:lnTo>
                  <a:cubicBezTo>
                    <a:pt x="4144" y="3846"/>
                    <a:pt x="4108" y="3858"/>
                    <a:pt x="4060" y="3858"/>
                  </a:cubicBezTo>
                  <a:lnTo>
                    <a:pt x="4048" y="3858"/>
                  </a:lnTo>
                  <a:cubicBezTo>
                    <a:pt x="4001" y="3870"/>
                    <a:pt x="3965" y="3870"/>
                    <a:pt x="3917" y="3870"/>
                  </a:cubicBezTo>
                  <a:lnTo>
                    <a:pt x="3894" y="3870"/>
                  </a:lnTo>
                  <a:cubicBezTo>
                    <a:pt x="3858" y="3870"/>
                    <a:pt x="3810" y="3870"/>
                    <a:pt x="3775" y="3858"/>
                  </a:cubicBezTo>
                  <a:lnTo>
                    <a:pt x="3751" y="3858"/>
                  </a:lnTo>
                  <a:cubicBezTo>
                    <a:pt x="3715" y="3858"/>
                    <a:pt x="3691" y="3846"/>
                    <a:pt x="3656" y="3846"/>
                  </a:cubicBezTo>
                  <a:cubicBezTo>
                    <a:pt x="3632" y="3834"/>
                    <a:pt x="3608" y="3834"/>
                    <a:pt x="3584" y="3822"/>
                  </a:cubicBezTo>
                  <a:cubicBezTo>
                    <a:pt x="3560" y="3810"/>
                    <a:pt x="3536" y="3810"/>
                    <a:pt x="3513" y="3798"/>
                  </a:cubicBezTo>
                  <a:cubicBezTo>
                    <a:pt x="3501" y="3798"/>
                    <a:pt x="3489" y="3798"/>
                    <a:pt x="3477" y="3786"/>
                  </a:cubicBezTo>
                  <a:cubicBezTo>
                    <a:pt x="3441" y="3774"/>
                    <a:pt x="3406" y="3763"/>
                    <a:pt x="3370" y="3739"/>
                  </a:cubicBezTo>
                  <a:lnTo>
                    <a:pt x="227" y="1905"/>
                  </a:lnTo>
                  <a:cubicBezTo>
                    <a:pt x="203" y="1893"/>
                    <a:pt x="191" y="1881"/>
                    <a:pt x="179" y="1869"/>
                  </a:cubicBezTo>
                  <a:cubicBezTo>
                    <a:pt x="155" y="1858"/>
                    <a:pt x="143" y="1846"/>
                    <a:pt x="119" y="1834"/>
                  </a:cubicBezTo>
                  <a:cubicBezTo>
                    <a:pt x="96" y="1810"/>
                    <a:pt x="84" y="1798"/>
                    <a:pt x="60" y="1774"/>
                  </a:cubicBezTo>
                  <a:cubicBezTo>
                    <a:pt x="60" y="1762"/>
                    <a:pt x="60" y="1762"/>
                    <a:pt x="48" y="1762"/>
                  </a:cubicBezTo>
                  <a:cubicBezTo>
                    <a:pt x="36" y="1739"/>
                    <a:pt x="24" y="1715"/>
                    <a:pt x="12" y="1691"/>
                  </a:cubicBezTo>
                  <a:cubicBezTo>
                    <a:pt x="12" y="1679"/>
                    <a:pt x="12" y="1679"/>
                    <a:pt x="12" y="1679"/>
                  </a:cubicBezTo>
                  <a:cubicBezTo>
                    <a:pt x="12" y="1655"/>
                    <a:pt x="0" y="1631"/>
                    <a:pt x="0" y="1596"/>
                  </a:cubicBezTo>
                  <a:lnTo>
                    <a:pt x="0" y="1929"/>
                  </a:lnTo>
                  <a:cubicBezTo>
                    <a:pt x="0" y="1953"/>
                    <a:pt x="0" y="1965"/>
                    <a:pt x="12" y="1977"/>
                  </a:cubicBezTo>
                  <a:cubicBezTo>
                    <a:pt x="12" y="1989"/>
                    <a:pt x="12" y="2000"/>
                    <a:pt x="12" y="2000"/>
                  </a:cubicBezTo>
                  <a:cubicBezTo>
                    <a:pt x="12" y="2012"/>
                    <a:pt x="12" y="2012"/>
                    <a:pt x="12" y="2012"/>
                  </a:cubicBezTo>
                  <a:cubicBezTo>
                    <a:pt x="24" y="2012"/>
                    <a:pt x="24" y="2024"/>
                    <a:pt x="24" y="2024"/>
                  </a:cubicBezTo>
                  <a:cubicBezTo>
                    <a:pt x="24" y="2036"/>
                    <a:pt x="36" y="2048"/>
                    <a:pt x="36" y="2060"/>
                  </a:cubicBezTo>
                  <a:cubicBezTo>
                    <a:pt x="48" y="2072"/>
                    <a:pt x="48" y="2084"/>
                    <a:pt x="48" y="2084"/>
                  </a:cubicBezTo>
                  <a:cubicBezTo>
                    <a:pt x="60" y="2096"/>
                    <a:pt x="60" y="2096"/>
                    <a:pt x="60" y="2096"/>
                  </a:cubicBezTo>
                  <a:cubicBezTo>
                    <a:pt x="60" y="2108"/>
                    <a:pt x="72" y="2108"/>
                    <a:pt x="72" y="2108"/>
                  </a:cubicBezTo>
                  <a:cubicBezTo>
                    <a:pt x="84" y="2131"/>
                    <a:pt x="96" y="2143"/>
                    <a:pt x="119" y="2155"/>
                  </a:cubicBezTo>
                  <a:cubicBezTo>
                    <a:pt x="119" y="2167"/>
                    <a:pt x="119" y="2167"/>
                    <a:pt x="119" y="2167"/>
                  </a:cubicBezTo>
                  <a:cubicBezTo>
                    <a:pt x="143" y="2179"/>
                    <a:pt x="155" y="2191"/>
                    <a:pt x="179" y="2203"/>
                  </a:cubicBezTo>
                  <a:cubicBezTo>
                    <a:pt x="191" y="2215"/>
                    <a:pt x="203" y="2227"/>
                    <a:pt x="215" y="2227"/>
                  </a:cubicBezTo>
                  <a:cubicBezTo>
                    <a:pt x="215" y="2227"/>
                    <a:pt x="215" y="2239"/>
                    <a:pt x="227" y="2239"/>
                  </a:cubicBezTo>
                  <a:lnTo>
                    <a:pt x="3370" y="4072"/>
                  </a:lnTo>
                  <a:cubicBezTo>
                    <a:pt x="3406" y="4084"/>
                    <a:pt x="3441" y="4108"/>
                    <a:pt x="3477" y="4120"/>
                  </a:cubicBezTo>
                  <a:cubicBezTo>
                    <a:pt x="3489" y="4120"/>
                    <a:pt x="3501" y="4120"/>
                    <a:pt x="3513" y="4132"/>
                  </a:cubicBezTo>
                  <a:cubicBezTo>
                    <a:pt x="3525" y="4132"/>
                    <a:pt x="3525" y="4144"/>
                    <a:pt x="3536" y="4144"/>
                  </a:cubicBezTo>
                  <a:cubicBezTo>
                    <a:pt x="3548" y="4144"/>
                    <a:pt x="3572" y="4144"/>
                    <a:pt x="3584" y="4155"/>
                  </a:cubicBezTo>
                  <a:cubicBezTo>
                    <a:pt x="3608" y="4155"/>
                    <a:pt x="3632" y="4167"/>
                    <a:pt x="3656" y="4167"/>
                  </a:cubicBezTo>
                  <a:cubicBezTo>
                    <a:pt x="3667" y="4167"/>
                    <a:pt x="3679" y="4179"/>
                    <a:pt x="3679" y="4179"/>
                  </a:cubicBezTo>
                  <a:cubicBezTo>
                    <a:pt x="3703" y="4179"/>
                    <a:pt x="3727" y="4179"/>
                    <a:pt x="3751" y="4191"/>
                  </a:cubicBezTo>
                  <a:lnTo>
                    <a:pt x="3775" y="4191"/>
                  </a:lnTo>
                  <a:cubicBezTo>
                    <a:pt x="3810" y="4191"/>
                    <a:pt x="3834" y="4191"/>
                    <a:pt x="3870" y="4203"/>
                  </a:cubicBezTo>
                  <a:lnTo>
                    <a:pt x="3941" y="4203"/>
                  </a:lnTo>
                  <a:cubicBezTo>
                    <a:pt x="3965" y="4203"/>
                    <a:pt x="3989" y="4191"/>
                    <a:pt x="4013" y="4191"/>
                  </a:cubicBezTo>
                  <a:lnTo>
                    <a:pt x="4096" y="4191"/>
                  </a:lnTo>
                  <a:cubicBezTo>
                    <a:pt x="4120" y="4179"/>
                    <a:pt x="4144" y="4179"/>
                    <a:pt x="4168" y="4167"/>
                  </a:cubicBezTo>
                  <a:lnTo>
                    <a:pt x="4203" y="4167"/>
                  </a:lnTo>
                  <a:cubicBezTo>
                    <a:pt x="4227" y="4155"/>
                    <a:pt x="4239" y="4155"/>
                    <a:pt x="4251" y="4155"/>
                  </a:cubicBezTo>
                  <a:cubicBezTo>
                    <a:pt x="4275" y="4144"/>
                    <a:pt x="4287" y="4144"/>
                    <a:pt x="4310" y="4132"/>
                  </a:cubicBezTo>
                  <a:cubicBezTo>
                    <a:pt x="4322" y="4132"/>
                    <a:pt x="4322" y="4132"/>
                    <a:pt x="4334" y="4120"/>
                  </a:cubicBezTo>
                  <a:cubicBezTo>
                    <a:pt x="4382" y="4108"/>
                    <a:pt x="4418" y="4096"/>
                    <a:pt x="4441" y="4072"/>
                  </a:cubicBezTo>
                  <a:lnTo>
                    <a:pt x="10394" y="643"/>
                  </a:lnTo>
                  <a:cubicBezTo>
                    <a:pt x="10537" y="548"/>
                    <a:pt x="10621" y="441"/>
                    <a:pt x="10621" y="322"/>
                  </a:cubicBezTo>
                  <a:lnTo>
                    <a:pt x="106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7"/>
            <p:cNvSpPr/>
            <p:nvPr/>
          </p:nvSpPr>
          <p:spPr>
            <a:xfrm>
              <a:off x="910949" y="2216201"/>
              <a:ext cx="344372" cy="196451"/>
            </a:xfrm>
            <a:custGeom>
              <a:avLst/>
              <a:gdLst/>
              <a:ahLst/>
              <a:cxnLst/>
              <a:rect l="l" t="t" r="r" b="b"/>
              <a:pathLst>
                <a:path w="10765" h="6141" extrusionOk="0">
                  <a:moveTo>
                    <a:pt x="6776" y="0"/>
                  </a:moveTo>
                  <a:cubicBezTo>
                    <a:pt x="6582" y="0"/>
                    <a:pt x="6389" y="45"/>
                    <a:pt x="6240" y="134"/>
                  </a:cubicBezTo>
                  <a:lnTo>
                    <a:pt x="299" y="3563"/>
                  </a:lnTo>
                  <a:cubicBezTo>
                    <a:pt x="1" y="3730"/>
                    <a:pt x="1" y="4016"/>
                    <a:pt x="299" y="4182"/>
                  </a:cubicBezTo>
                  <a:lnTo>
                    <a:pt x="3442" y="6016"/>
                  </a:lnTo>
                  <a:cubicBezTo>
                    <a:pt x="3591" y="6099"/>
                    <a:pt x="3787" y="6141"/>
                    <a:pt x="3984" y="6141"/>
                  </a:cubicBezTo>
                  <a:cubicBezTo>
                    <a:pt x="4180" y="6141"/>
                    <a:pt x="4376" y="6099"/>
                    <a:pt x="4525" y="6016"/>
                  </a:cubicBezTo>
                  <a:lnTo>
                    <a:pt x="10466" y="2587"/>
                  </a:lnTo>
                  <a:cubicBezTo>
                    <a:pt x="10764" y="2408"/>
                    <a:pt x="10764" y="2134"/>
                    <a:pt x="10466" y="1968"/>
                  </a:cubicBezTo>
                  <a:lnTo>
                    <a:pt x="7311" y="134"/>
                  </a:lnTo>
                  <a:cubicBezTo>
                    <a:pt x="7162" y="45"/>
                    <a:pt x="6969" y="0"/>
                    <a:pt x="6776" y="0"/>
                  </a:cubicBezTo>
                  <a:close/>
                </a:path>
              </a:pathLst>
            </a:custGeom>
            <a:gradFill>
              <a:gsLst>
                <a:gs pos="0">
                  <a:schemeClr val="dk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7"/>
            <p:cNvSpPr/>
            <p:nvPr/>
          </p:nvSpPr>
          <p:spPr>
            <a:xfrm>
              <a:off x="1017986" y="2130213"/>
              <a:ext cx="123066" cy="229688"/>
            </a:xfrm>
            <a:custGeom>
              <a:avLst/>
              <a:gdLst/>
              <a:ahLst/>
              <a:cxnLst/>
              <a:rect l="l" t="t" r="r" b="b"/>
              <a:pathLst>
                <a:path w="3847" h="7180" extrusionOk="0">
                  <a:moveTo>
                    <a:pt x="3822" y="0"/>
                  </a:moveTo>
                  <a:lnTo>
                    <a:pt x="1" y="2203"/>
                  </a:lnTo>
                  <a:lnTo>
                    <a:pt x="12" y="7180"/>
                  </a:lnTo>
                  <a:lnTo>
                    <a:pt x="3846" y="4977"/>
                  </a:lnTo>
                  <a:lnTo>
                    <a:pt x="3822" y="0"/>
                  </a:lnTo>
                  <a:close/>
                </a:path>
              </a:pathLst>
            </a:custGeom>
            <a:gradFill>
              <a:gsLst>
                <a:gs pos="0">
                  <a:schemeClr val="dk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7"/>
            <p:cNvSpPr/>
            <p:nvPr/>
          </p:nvSpPr>
          <p:spPr>
            <a:xfrm>
              <a:off x="1005798" y="2193808"/>
              <a:ext cx="12604" cy="166092"/>
            </a:xfrm>
            <a:custGeom>
              <a:avLst/>
              <a:gdLst/>
              <a:ahLst/>
              <a:cxnLst/>
              <a:rect l="l" t="t" r="r" b="b"/>
              <a:pathLst>
                <a:path w="394" h="5192" extrusionOk="0">
                  <a:moveTo>
                    <a:pt x="1" y="1"/>
                  </a:moveTo>
                  <a:lnTo>
                    <a:pt x="12" y="4977"/>
                  </a:lnTo>
                  <a:lnTo>
                    <a:pt x="393" y="5192"/>
                  </a:lnTo>
                  <a:lnTo>
                    <a:pt x="382" y="21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7"/>
            <p:cNvSpPr/>
            <p:nvPr/>
          </p:nvSpPr>
          <p:spPr>
            <a:xfrm>
              <a:off x="1005798" y="2122983"/>
              <a:ext cx="134486" cy="77704"/>
            </a:xfrm>
            <a:custGeom>
              <a:avLst/>
              <a:gdLst/>
              <a:ahLst/>
              <a:cxnLst/>
              <a:rect l="l" t="t" r="r" b="b"/>
              <a:pathLst>
                <a:path w="4204" h="2429" extrusionOk="0">
                  <a:moveTo>
                    <a:pt x="382" y="2429"/>
                  </a:moveTo>
                  <a:lnTo>
                    <a:pt x="1" y="2215"/>
                  </a:lnTo>
                  <a:lnTo>
                    <a:pt x="3834" y="0"/>
                  </a:lnTo>
                  <a:lnTo>
                    <a:pt x="4203" y="226"/>
                  </a:lnTo>
                  <a:close/>
                </a:path>
              </a:pathLst>
            </a:custGeom>
            <a:solidFill>
              <a:srgbClr val="BCBA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7"/>
            <p:cNvSpPr/>
            <p:nvPr/>
          </p:nvSpPr>
          <p:spPr>
            <a:xfrm>
              <a:off x="683950" y="1497553"/>
              <a:ext cx="692871" cy="911107"/>
            </a:xfrm>
            <a:custGeom>
              <a:avLst/>
              <a:gdLst/>
              <a:ahLst/>
              <a:cxnLst/>
              <a:rect l="l" t="t" r="r" b="b"/>
              <a:pathLst>
                <a:path w="21659" h="28481" extrusionOk="0">
                  <a:moveTo>
                    <a:pt x="20546" y="1"/>
                  </a:moveTo>
                  <a:cubicBezTo>
                    <a:pt x="20442" y="1"/>
                    <a:pt x="20324" y="33"/>
                    <a:pt x="20194" y="108"/>
                  </a:cubicBezTo>
                  <a:lnTo>
                    <a:pt x="775" y="11324"/>
                  </a:lnTo>
                  <a:cubicBezTo>
                    <a:pt x="346" y="11574"/>
                    <a:pt x="1" y="12169"/>
                    <a:pt x="1" y="12669"/>
                  </a:cubicBezTo>
                  <a:lnTo>
                    <a:pt x="36" y="27445"/>
                  </a:lnTo>
                  <a:cubicBezTo>
                    <a:pt x="36" y="27695"/>
                    <a:pt x="132" y="27874"/>
                    <a:pt x="275" y="27945"/>
                  </a:cubicBezTo>
                  <a:lnTo>
                    <a:pt x="1175" y="28478"/>
                  </a:lnTo>
                  <a:lnTo>
                    <a:pt x="1175" y="28478"/>
                  </a:lnTo>
                  <a:cubicBezTo>
                    <a:pt x="1035" y="28394"/>
                    <a:pt x="953" y="28217"/>
                    <a:pt x="953" y="27981"/>
                  </a:cubicBezTo>
                  <a:lnTo>
                    <a:pt x="906" y="13193"/>
                  </a:lnTo>
                  <a:cubicBezTo>
                    <a:pt x="906" y="12705"/>
                    <a:pt x="1251" y="12098"/>
                    <a:pt x="1680" y="11848"/>
                  </a:cubicBezTo>
                  <a:lnTo>
                    <a:pt x="21099" y="632"/>
                  </a:lnTo>
                  <a:cubicBezTo>
                    <a:pt x="21228" y="564"/>
                    <a:pt x="21346" y="531"/>
                    <a:pt x="21451" y="531"/>
                  </a:cubicBezTo>
                  <a:cubicBezTo>
                    <a:pt x="21528" y="531"/>
                    <a:pt x="21597" y="549"/>
                    <a:pt x="21658" y="584"/>
                  </a:cubicBezTo>
                  <a:lnTo>
                    <a:pt x="20753" y="49"/>
                  </a:lnTo>
                  <a:cubicBezTo>
                    <a:pt x="20693" y="18"/>
                    <a:pt x="20623" y="1"/>
                    <a:pt x="20546" y="1"/>
                  </a:cubicBezTo>
                  <a:close/>
                  <a:moveTo>
                    <a:pt x="1175" y="28478"/>
                  </a:moveTo>
                  <a:cubicBezTo>
                    <a:pt x="1177" y="28479"/>
                    <a:pt x="1178" y="28480"/>
                    <a:pt x="1179" y="28481"/>
                  </a:cubicBezTo>
                  <a:lnTo>
                    <a:pt x="1175" y="28478"/>
                  </a:ln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7"/>
            <p:cNvSpPr/>
            <p:nvPr/>
          </p:nvSpPr>
          <p:spPr>
            <a:xfrm>
              <a:off x="712901" y="1514316"/>
              <a:ext cx="672686" cy="895880"/>
            </a:xfrm>
            <a:custGeom>
              <a:avLst/>
              <a:gdLst/>
              <a:ahLst/>
              <a:cxnLst/>
              <a:rect l="l" t="t" r="r" b="b"/>
              <a:pathLst>
                <a:path w="21028" h="28005" extrusionOk="0">
                  <a:moveTo>
                    <a:pt x="20548" y="1"/>
                  </a:moveTo>
                  <a:cubicBezTo>
                    <a:pt x="20442" y="1"/>
                    <a:pt x="20322" y="35"/>
                    <a:pt x="20194" y="108"/>
                  </a:cubicBezTo>
                  <a:lnTo>
                    <a:pt x="775" y="11324"/>
                  </a:lnTo>
                  <a:cubicBezTo>
                    <a:pt x="346" y="11574"/>
                    <a:pt x="1" y="12181"/>
                    <a:pt x="1" y="12669"/>
                  </a:cubicBezTo>
                  <a:lnTo>
                    <a:pt x="48" y="27457"/>
                  </a:lnTo>
                  <a:cubicBezTo>
                    <a:pt x="48" y="27802"/>
                    <a:pt x="221" y="28005"/>
                    <a:pt x="474" y="28005"/>
                  </a:cubicBezTo>
                  <a:cubicBezTo>
                    <a:pt x="579" y="28005"/>
                    <a:pt x="697" y="27970"/>
                    <a:pt x="822" y="27897"/>
                  </a:cubicBezTo>
                  <a:lnTo>
                    <a:pt x="20241" y="16682"/>
                  </a:lnTo>
                  <a:cubicBezTo>
                    <a:pt x="20682" y="16443"/>
                    <a:pt x="21027" y="15836"/>
                    <a:pt x="21027" y="15336"/>
                  </a:cubicBezTo>
                  <a:lnTo>
                    <a:pt x="20979" y="561"/>
                  </a:lnTo>
                  <a:cubicBezTo>
                    <a:pt x="20979" y="206"/>
                    <a:pt x="20806" y="1"/>
                    <a:pt x="20548" y="1"/>
                  </a:cubicBezTo>
                  <a:close/>
                </a:path>
              </a:pathLst>
            </a:custGeom>
            <a:gradFill>
              <a:gsLst>
                <a:gs pos="0">
                  <a:schemeClr val="dk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7"/>
            <p:cNvSpPr/>
            <p:nvPr/>
          </p:nvSpPr>
          <p:spPr>
            <a:xfrm>
              <a:off x="714052" y="1909676"/>
              <a:ext cx="671534" cy="500516"/>
            </a:xfrm>
            <a:custGeom>
              <a:avLst/>
              <a:gdLst/>
              <a:ahLst/>
              <a:cxnLst/>
              <a:rect l="l" t="t" r="r" b="b"/>
              <a:pathLst>
                <a:path w="20992" h="15646" extrusionOk="0">
                  <a:moveTo>
                    <a:pt x="20979" y="1"/>
                  </a:moveTo>
                  <a:lnTo>
                    <a:pt x="0" y="12109"/>
                  </a:lnTo>
                  <a:lnTo>
                    <a:pt x="12" y="15098"/>
                  </a:lnTo>
                  <a:cubicBezTo>
                    <a:pt x="12" y="15443"/>
                    <a:pt x="185" y="15646"/>
                    <a:pt x="438" y="15646"/>
                  </a:cubicBezTo>
                  <a:cubicBezTo>
                    <a:pt x="543" y="15646"/>
                    <a:pt x="661" y="15611"/>
                    <a:pt x="786" y="15538"/>
                  </a:cubicBezTo>
                  <a:lnTo>
                    <a:pt x="20205" y="4323"/>
                  </a:lnTo>
                  <a:cubicBezTo>
                    <a:pt x="20646" y="4073"/>
                    <a:pt x="20991" y="3477"/>
                    <a:pt x="20991" y="2977"/>
                  </a:cubicBezTo>
                  <a:lnTo>
                    <a:pt x="20979" y="1"/>
                  </a:ln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7"/>
            <p:cNvSpPr/>
            <p:nvPr/>
          </p:nvSpPr>
          <p:spPr>
            <a:xfrm>
              <a:off x="748697" y="1576824"/>
              <a:ext cx="606786" cy="639864"/>
            </a:xfrm>
            <a:custGeom>
              <a:avLst/>
              <a:gdLst/>
              <a:ahLst/>
              <a:cxnLst/>
              <a:rect l="l" t="t" r="r" b="b"/>
              <a:pathLst>
                <a:path w="18968" h="20002" extrusionOk="0">
                  <a:moveTo>
                    <a:pt x="18503" y="0"/>
                  </a:moveTo>
                  <a:cubicBezTo>
                    <a:pt x="18409" y="0"/>
                    <a:pt x="18304" y="31"/>
                    <a:pt x="18194" y="95"/>
                  </a:cubicBezTo>
                  <a:lnTo>
                    <a:pt x="775" y="10120"/>
                  </a:lnTo>
                  <a:cubicBezTo>
                    <a:pt x="346" y="10358"/>
                    <a:pt x="1" y="11025"/>
                    <a:pt x="1" y="11596"/>
                  </a:cubicBezTo>
                  <a:lnTo>
                    <a:pt x="1" y="19323"/>
                  </a:lnTo>
                  <a:cubicBezTo>
                    <a:pt x="1" y="19748"/>
                    <a:pt x="191" y="20002"/>
                    <a:pt x="465" y="20002"/>
                  </a:cubicBezTo>
                  <a:cubicBezTo>
                    <a:pt x="560" y="20002"/>
                    <a:pt x="664" y="19971"/>
                    <a:pt x="775" y="19907"/>
                  </a:cubicBezTo>
                  <a:lnTo>
                    <a:pt x="18194" y="9894"/>
                  </a:lnTo>
                  <a:cubicBezTo>
                    <a:pt x="18622" y="9644"/>
                    <a:pt x="18967" y="8977"/>
                    <a:pt x="18967" y="8405"/>
                  </a:cubicBezTo>
                  <a:lnTo>
                    <a:pt x="18967" y="678"/>
                  </a:lnTo>
                  <a:cubicBezTo>
                    <a:pt x="18967" y="254"/>
                    <a:pt x="18777" y="0"/>
                    <a:pt x="185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7"/>
            <p:cNvSpPr/>
            <p:nvPr/>
          </p:nvSpPr>
          <p:spPr>
            <a:xfrm>
              <a:off x="791371" y="1865338"/>
              <a:ext cx="204928" cy="289094"/>
            </a:xfrm>
            <a:custGeom>
              <a:avLst/>
              <a:gdLst/>
              <a:ahLst/>
              <a:cxnLst/>
              <a:rect l="l" t="t" r="r" b="b"/>
              <a:pathLst>
                <a:path w="6406" h="9037" extrusionOk="0">
                  <a:moveTo>
                    <a:pt x="6308" y="1"/>
                  </a:moveTo>
                  <a:cubicBezTo>
                    <a:pt x="6290" y="1"/>
                    <a:pt x="6271" y="6"/>
                    <a:pt x="6251" y="17"/>
                  </a:cubicBezTo>
                  <a:lnTo>
                    <a:pt x="167" y="3530"/>
                  </a:lnTo>
                  <a:cubicBezTo>
                    <a:pt x="72" y="3577"/>
                    <a:pt x="0" y="3720"/>
                    <a:pt x="0" y="3827"/>
                  </a:cubicBezTo>
                  <a:lnTo>
                    <a:pt x="0" y="8899"/>
                  </a:lnTo>
                  <a:cubicBezTo>
                    <a:pt x="0" y="8988"/>
                    <a:pt x="40" y="9037"/>
                    <a:pt x="99" y="9037"/>
                  </a:cubicBezTo>
                  <a:cubicBezTo>
                    <a:pt x="119" y="9037"/>
                    <a:pt x="142" y="9031"/>
                    <a:pt x="167" y="9019"/>
                  </a:cubicBezTo>
                  <a:lnTo>
                    <a:pt x="6251" y="5506"/>
                  </a:lnTo>
                  <a:cubicBezTo>
                    <a:pt x="6334" y="5459"/>
                    <a:pt x="6406" y="5328"/>
                    <a:pt x="6406" y="5209"/>
                  </a:cubicBezTo>
                  <a:lnTo>
                    <a:pt x="6406" y="136"/>
                  </a:lnTo>
                  <a:cubicBezTo>
                    <a:pt x="6406" y="55"/>
                    <a:pt x="6364" y="1"/>
                    <a:pt x="6308" y="1"/>
                  </a:cubicBezTo>
                  <a:close/>
                </a:path>
              </a:pathLst>
            </a:custGeom>
            <a:gradFill>
              <a:gsLst>
                <a:gs pos="0">
                  <a:schemeClr val="lt2"/>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7"/>
            <p:cNvSpPr/>
            <p:nvPr/>
          </p:nvSpPr>
          <p:spPr>
            <a:xfrm>
              <a:off x="791755" y="1950815"/>
              <a:ext cx="204544" cy="203712"/>
            </a:xfrm>
            <a:custGeom>
              <a:avLst/>
              <a:gdLst/>
              <a:ahLst/>
              <a:cxnLst/>
              <a:rect l="l" t="t" r="r" b="b"/>
              <a:pathLst>
                <a:path w="6394" h="6368" extrusionOk="0">
                  <a:moveTo>
                    <a:pt x="6013" y="0"/>
                  </a:moveTo>
                  <a:lnTo>
                    <a:pt x="5513" y="727"/>
                  </a:lnTo>
                  <a:lnTo>
                    <a:pt x="5215" y="72"/>
                  </a:lnTo>
                  <a:lnTo>
                    <a:pt x="4870" y="715"/>
                  </a:lnTo>
                  <a:lnTo>
                    <a:pt x="4513" y="1798"/>
                  </a:lnTo>
                  <a:lnTo>
                    <a:pt x="4156" y="1417"/>
                  </a:lnTo>
                  <a:lnTo>
                    <a:pt x="3739" y="465"/>
                  </a:lnTo>
                  <a:lnTo>
                    <a:pt x="3096" y="2703"/>
                  </a:lnTo>
                  <a:lnTo>
                    <a:pt x="2679" y="2275"/>
                  </a:lnTo>
                  <a:lnTo>
                    <a:pt x="2334" y="2906"/>
                  </a:lnTo>
                  <a:lnTo>
                    <a:pt x="1834" y="2465"/>
                  </a:lnTo>
                  <a:lnTo>
                    <a:pt x="1322" y="3346"/>
                  </a:lnTo>
                  <a:lnTo>
                    <a:pt x="774" y="3370"/>
                  </a:lnTo>
                  <a:lnTo>
                    <a:pt x="179" y="4584"/>
                  </a:lnTo>
                  <a:lnTo>
                    <a:pt x="0" y="4846"/>
                  </a:lnTo>
                  <a:lnTo>
                    <a:pt x="0" y="6263"/>
                  </a:lnTo>
                  <a:cubicBezTo>
                    <a:pt x="0" y="6330"/>
                    <a:pt x="30" y="6368"/>
                    <a:pt x="80" y="6368"/>
                  </a:cubicBezTo>
                  <a:cubicBezTo>
                    <a:pt x="101" y="6368"/>
                    <a:pt x="127" y="6361"/>
                    <a:pt x="155" y="6347"/>
                  </a:cubicBezTo>
                  <a:lnTo>
                    <a:pt x="6239" y="2834"/>
                  </a:lnTo>
                  <a:cubicBezTo>
                    <a:pt x="6322" y="2787"/>
                    <a:pt x="6394" y="2667"/>
                    <a:pt x="6394" y="2560"/>
                  </a:cubicBezTo>
                  <a:lnTo>
                    <a:pt x="6394" y="512"/>
                  </a:lnTo>
                  <a:lnTo>
                    <a:pt x="6191" y="536"/>
                  </a:lnTo>
                  <a:lnTo>
                    <a:pt x="6013" y="0"/>
                  </a:lnTo>
                  <a:close/>
                </a:path>
              </a:pathLst>
            </a:custGeom>
            <a:gradFill>
              <a:gsLst>
                <a:gs pos="0">
                  <a:schemeClr val="dk2"/>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7"/>
            <p:cNvSpPr/>
            <p:nvPr/>
          </p:nvSpPr>
          <p:spPr>
            <a:xfrm>
              <a:off x="1038171" y="1770617"/>
              <a:ext cx="292549" cy="177576"/>
            </a:xfrm>
            <a:custGeom>
              <a:avLst/>
              <a:gdLst/>
              <a:ahLst/>
              <a:cxnLst/>
              <a:rect l="l" t="t" r="r" b="b"/>
              <a:pathLst>
                <a:path w="9145" h="5551" extrusionOk="0">
                  <a:moveTo>
                    <a:pt x="9080" y="0"/>
                  </a:moveTo>
                  <a:cubicBezTo>
                    <a:pt x="9067" y="0"/>
                    <a:pt x="9053" y="5"/>
                    <a:pt x="9037" y="14"/>
                  </a:cubicBezTo>
                  <a:lnTo>
                    <a:pt x="120" y="5229"/>
                  </a:lnTo>
                  <a:cubicBezTo>
                    <a:pt x="60" y="5264"/>
                    <a:pt x="1" y="5360"/>
                    <a:pt x="1" y="5443"/>
                  </a:cubicBezTo>
                  <a:cubicBezTo>
                    <a:pt x="1" y="5507"/>
                    <a:pt x="36" y="5550"/>
                    <a:pt x="79" y="5550"/>
                  </a:cubicBezTo>
                  <a:cubicBezTo>
                    <a:pt x="92" y="5550"/>
                    <a:pt x="106" y="5546"/>
                    <a:pt x="120" y="5538"/>
                  </a:cubicBezTo>
                  <a:lnTo>
                    <a:pt x="9037" y="323"/>
                  </a:lnTo>
                  <a:cubicBezTo>
                    <a:pt x="9097" y="288"/>
                    <a:pt x="9145" y="192"/>
                    <a:pt x="9145" y="109"/>
                  </a:cubicBezTo>
                  <a:cubicBezTo>
                    <a:pt x="9145" y="38"/>
                    <a:pt x="9118" y="0"/>
                    <a:pt x="9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7"/>
            <p:cNvSpPr/>
            <p:nvPr/>
          </p:nvSpPr>
          <p:spPr>
            <a:xfrm>
              <a:off x="1038171" y="1739363"/>
              <a:ext cx="292549" cy="177257"/>
            </a:xfrm>
            <a:custGeom>
              <a:avLst/>
              <a:gdLst/>
              <a:ahLst/>
              <a:cxnLst/>
              <a:rect l="l" t="t" r="r" b="b"/>
              <a:pathLst>
                <a:path w="9145" h="5541" extrusionOk="0">
                  <a:moveTo>
                    <a:pt x="9081" y="1"/>
                  </a:moveTo>
                  <a:cubicBezTo>
                    <a:pt x="9068" y="1"/>
                    <a:pt x="9053" y="5"/>
                    <a:pt x="9037" y="14"/>
                  </a:cubicBezTo>
                  <a:lnTo>
                    <a:pt x="120" y="5217"/>
                  </a:lnTo>
                  <a:cubicBezTo>
                    <a:pt x="60" y="5265"/>
                    <a:pt x="1" y="5360"/>
                    <a:pt x="1" y="5444"/>
                  </a:cubicBezTo>
                  <a:cubicBezTo>
                    <a:pt x="1" y="5505"/>
                    <a:pt x="33" y="5541"/>
                    <a:pt x="74" y="5541"/>
                  </a:cubicBezTo>
                  <a:cubicBezTo>
                    <a:pt x="89" y="5541"/>
                    <a:pt x="104" y="5536"/>
                    <a:pt x="120" y="5527"/>
                  </a:cubicBezTo>
                  <a:lnTo>
                    <a:pt x="9037" y="312"/>
                  </a:lnTo>
                  <a:cubicBezTo>
                    <a:pt x="9097" y="288"/>
                    <a:pt x="9145" y="181"/>
                    <a:pt x="9145" y="98"/>
                  </a:cubicBezTo>
                  <a:cubicBezTo>
                    <a:pt x="9145" y="36"/>
                    <a:pt x="9119" y="1"/>
                    <a:pt x="90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7"/>
            <p:cNvSpPr/>
            <p:nvPr/>
          </p:nvSpPr>
          <p:spPr>
            <a:xfrm>
              <a:off x="1038171" y="1708141"/>
              <a:ext cx="292549" cy="177257"/>
            </a:xfrm>
            <a:custGeom>
              <a:avLst/>
              <a:gdLst/>
              <a:ahLst/>
              <a:cxnLst/>
              <a:rect l="l" t="t" r="r" b="b"/>
              <a:pathLst>
                <a:path w="9145" h="5541" extrusionOk="0">
                  <a:moveTo>
                    <a:pt x="9081" y="0"/>
                  </a:moveTo>
                  <a:cubicBezTo>
                    <a:pt x="9068" y="0"/>
                    <a:pt x="9053" y="5"/>
                    <a:pt x="9037" y="14"/>
                  </a:cubicBezTo>
                  <a:lnTo>
                    <a:pt x="120" y="5217"/>
                  </a:lnTo>
                  <a:cubicBezTo>
                    <a:pt x="60" y="5253"/>
                    <a:pt x="1" y="5348"/>
                    <a:pt x="1" y="5431"/>
                  </a:cubicBezTo>
                  <a:cubicBezTo>
                    <a:pt x="1" y="5502"/>
                    <a:pt x="34" y="5540"/>
                    <a:pt x="75" y="5540"/>
                  </a:cubicBezTo>
                  <a:cubicBezTo>
                    <a:pt x="89" y="5540"/>
                    <a:pt x="104" y="5536"/>
                    <a:pt x="120" y="5527"/>
                  </a:cubicBezTo>
                  <a:lnTo>
                    <a:pt x="9037" y="312"/>
                  </a:lnTo>
                  <a:cubicBezTo>
                    <a:pt x="9097" y="276"/>
                    <a:pt x="9145" y="181"/>
                    <a:pt x="9145" y="97"/>
                  </a:cubicBezTo>
                  <a:cubicBezTo>
                    <a:pt x="9145" y="36"/>
                    <a:pt x="9119" y="0"/>
                    <a:pt x="90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7"/>
            <p:cNvSpPr/>
            <p:nvPr/>
          </p:nvSpPr>
          <p:spPr>
            <a:xfrm>
              <a:off x="1038171" y="1676536"/>
              <a:ext cx="292549" cy="177257"/>
            </a:xfrm>
            <a:custGeom>
              <a:avLst/>
              <a:gdLst/>
              <a:ahLst/>
              <a:cxnLst/>
              <a:rect l="l" t="t" r="r" b="b"/>
              <a:pathLst>
                <a:path w="9145" h="5541" extrusionOk="0">
                  <a:moveTo>
                    <a:pt x="9081" y="0"/>
                  </a:moveTo>
                  <a:cubicBezTo>
                    <a:pt x="9068" y="0"/>
                    <a:pt x="9053" y="5"/>
                    <a:pt x="9037" y="14"/>
                  </a:cubicBezTo>
                  <a:lnTo>
                    <a:pt x="120" y="5229"/>
                  </a:lnTo>
                  <a:cubicBezTo>
                    <a:pt x="60" y="5265"/>
                    <a:pt x="1" y="5360"/>
                    <a:pt x="1" y="5443"/>
                  </a:cubicBezTo>
                  <a:cubicBezTo>
                    <a:pt x="1" y="5505"/>
                    <a:pt x="33" y="5540"/>
                    <a:pt x="74" y="5540"/>
                  </a:cubicBezTo>
                  <a:cubicBezTo>
                    <a:pt x="89" y="5540"/>
                    <a:pt x="104" y="5536"/>
                    <a:pt x="120" y="5526"/>
                  </a:cubicBezTo>
                  <a:lnTo>
                    <a:pt x="9037" y="323"/>
                  </a:lnTo>
                  <a:cubicBezTo>
                    <a:pt x="9097" y="288"/>
                    <a:pt x="9145" y="181"/>
                    <a:pt x="9145" y="97"/>
                  </a:cubicBezTo>
                  <a:cubicBezTo>
                    <a:pt x="9145" y="36"/>
                    <a:pt x="9119" y="0"/>
                    <a:pt x="90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7"/>
            <p:cNvSpPr/>
            <p:nvPr/>
          </p:nvSpPr>
          <p:spPr>
            <a:xfrm>
              <a:off x="1038171" y="1832293"/>
              <a:ext cx="292549" cy="177257"/>
            </a:xfrm>
            <a:custGeom>
              <a:avLst/>
              <a:gdLst/>
              <a:ahLst/>
              <a:cxnLst/>
              <a:rect l="l" t="t" r="r" b="b"/>
              <a:pathLst>
                <a:path w="9145" h="5541" extrusionOk="0">
                  <a:moveTo>
                    <a:pt x="9081" y="1"/>
                  </a:moveTo>
                  <a:cubicBezTo>
                    <a:pt x="9068" y="1"/>
                    <a:pt x="9053" y="5"/>
                    <a:pt x="9037" y="15"/>
                  </a:cubicBezTo>
                  <a:lnTo>
                    <a:pt x="120" y="5229"/>
                  </a:lnTo>
                  <a:cubicBezTo>
                    <a:pt x="60" y="5265"/>
                    <a:pt x="1" y="5360"/>
                    <a:pt x="1" y="5444"/>
                  </a:cubicBezTo>
                  <a:cubicBezTo>
                    <a:pt x="1" y="5505"/>
                    <a:pt x="33" y="5541"/>
                    <a:pt x="74" y="5541"/>
                  </a:cubicBezTo>
                  <a:cubicBezTo>
                    <a:pt x="89" y="5541"/>
                    <a:pt x="104" y="5536"/>
                    <a:pt x="120" y="5527"/>
                  </a:cubicBezTo>
                  <a:lnTo>
                    <a:pt x="9037" y="324"/>
                  </a:lnTo>
                  <a:cubicBezTo>
                    <a:pt x="9097" y="288"/>
                    <a:pt x="9145" y="181"/>
                    <a:pt x="9145" y="98"/>
                  </a:cubicBezTo>
                  <a:cubicBezTo>
                    <a:pt x="9145" y="36"/>
                    <a:pt x="9119" y="1"/>
                    <a:pt x="90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7"/>
            <p:cNvSpPr/>
            <p:nvPr/>
          </p:nvSpPr>
          <p:spPr>
            <a:xfrm>
              <a:off x="1038171" y="1801071"/>
              <a:ext cx="292549" cy="177257"/>
            </a:xfrm>
            <a:custGeom>
              <a:avLst/>
              <a:gdLst/>
              <a:ahLst/>
              <a:cxnLst/>
              <a:rect l="l" t="t" r="r" b="b"/>
              <a:pathLst>
                <a:path w="9145" h="5541" extrusionOk="0">
                  <a:moveTo>
                    <a:pt x="9081" y="0"/>
                  </a:moveTo>
                  <a:cubicBezTo>
                    <a:pt x="9068" y="0"/>
                    <a:pt x="9053" y="5"/>
                    <a:pt x="9037" y="14"/>
                  </a:cubicBezTo>
                  <a:lnTo>
                    <a:pt x="120" y="5217"/>
                  </a:lnTo>
                  <a:cubicBezTo>
                    <a:pt x="60" y="5253"/>
                    <a:pt x="1" y="5348"/>
                    <a:pt x="1" y="5443"/>
                  </a:cubicBezTo>
                  <a:cubicBezTo>
                    <a:pt x="1" y="5505"/>
                    <a:pt x="33" y="5541"/>
                    <a:pt x="74" y="5541"/>
                  </a:cubicBezTo>
                  <a:cubicBezTo>
                    <a:pt x="89" y="5541"/>
                    <a:pt x="104" y="5536"/>
                    <a:pt x="120" y="5527"/>
                  </a:cubicBezTo>
                  <a:lnTo>
                    <a:pt x="9037" y="312"/>
                  </a:lnTo>
                  <a:cubicBezTo>
                    <a:pt x="9097" y="276"/>
                    <a:pt x="9145" y="181"/>
                    <a:pt x="9145" y="98"/>
                  </a:cubicBezTo>
                  <a:cubicBezTo>
                    <a:pt x="9145" y="36"/>
                    <a:pt x="9119" y="0"/>
                    <a:pt x="90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7"/>
            <p:cNvSpPr/>
            <p:nvPr/>
          </p:nvSpPr>
          <p:spPr>
            <a:xfrm>
              <a:off x="790603" y="1792370"/>
              <a:ext cx="223226" cy="148210"/>
            </a:xfrm>
            <a:custGeom>
              <a:avLst/>
              <a:gdLst/>
              <a:ahLst/>
              <a:cxnLst/>
              <a:rect l="l" t="t" r="r" b="b"/>
              <a:pathLst>
                <a:path w="6978" h="4633" extrusionOk="0">
                  <a:moveTo>
                    <a:pt x="6978" y="0"/>
                  </a:moveTo>
                  <a:lnTo>
                    <a:pt x="1" y="4037"/>
                  </a:lnTo>
                  <a:lnTo>
                    <a:pt x="1" y="4632"/>
                  </a:lnTo>
                  <a:lnTo>
                    <a:pt x="6978" y="608"/>
                  </a:lnTo>
                  <a:lnTo>
                    <a:pt x="697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6" name="Picture 2" descr="The frontend, backend and database of a web-based application ...">
            <a:extLst>
              <a:ext uri="{FF2B5EF4-FFF2-40B4-BE49-F238E27FC236}">
                <a16:creationId xmlns:a16="http://schemas.microsoft.com/office/drawing/2014/main" id="{C0583CE9-B2B0-519C-65F6-488445EF30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1650" y="1143000"/>
            <a:ext cx="5600700" cy="2857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pic>
        <p:nvPicPr>
          <p:cNvPr id="7" name="Imagen 6">
            <a:extLst>
              <a:ext uri="{FF2B5EF4-FFF2-40B4-BE49-F238E27FC236}">
                <a16:creationId xmlns:a16="http://schemas.microsoft.com/office/drawing/2014/main" id="{CF4BE26F-C5B1-684D-2B48-5F9EC9F56915}"/>
              </a:ext>
            </a:extLst>
          </p:cNvPr>
          <p:cNvPicPr>
            <a:picLocks noChangeAspect="1"/>
          </p:cNvPicPr>
          <p:nvPr/>
        </p:nvPicPr>
        <p:blipFill>
          <a:blip r:embed="rId3"/>
          <a:stretch>
            <a:fillRect/>
          </a:stretch>
        </p:blipFill>
        <p:spPr>
          <a:xfrm>
            <a:off x="287005" y="80615"/>
            <a:ext cx="3648584" cy="4982270"/>
          </a:xfrm>
          <a:prstGeom prst="rect">
            <a:avLst/>
          </a:prstGeom>
        </p:spPr>
      </p:pic>
      <p:pic>
        <p:nvPicPr>
          <p:cNvPr id="9" name="Imagen 8">
            <a:extLst>
              <a:ext uri="{FF2B5EF4-FFF2-40B4-BE49-F238E27FC236}">
                <a16:creationId xmlns:a16="http://schemas.microsoft.com/office/drawing/2014/main" id="{18ECDB30-CF7C-53A7-8870-644EEBA5CF7A}"/>
              </a:ext>
            </a:extLst>
          </p:cNvPr>
          <p:cNvPicPr>
            <a:picLocks noChangeAspect="1"/>
          </p:cNvPicPr>
          <p:nvPr/>
        </p:nvPicPr>
        <p:blipFill>
          <a:blip r:embed="rId4"/>
          <a:stretch>
            <a:fillRect/>
          </a:stretch>
        </p:blipFill>
        <p:spPr>
          <a:xfrm>
            <a:off x="4690926" y="178622"/>
            <a:ext cx="3100059" cy="496487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75287F81-A0D6-B4FA-6055-2683BEEF60FA}"/>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D3A5C520-0CC2-424D-7928-62B18C299A7E}"/>
              </a:ext>
            </a:extLst>
          </p:cNvPr>
          <p:cNvPicPr>
            <a:picLocks noChangeAspect="1"/>
          </p:cNvPicPr>
          <p:nvPr/>
        </p:nvPicPr>
        <p:blipFill>
          <a:blip r:embed="rId3"/>
          <a:stretch>
            <a:fillRect/>
          </a:stretch>
        </p:blipFill>
        <p:spPr>
          <a:xfrm>
            <a:off x="2647681" y="69526"/>
            <a:ext cx="3848637" cy="4067743"/>
          </a:xfrm>
          <a:prstGeom prst="rect">
            <a:avLst/>
          </a:prstGeom>
        </p:spPr>
      </p:pic>
      <p:sp>
        <p:nvSpPr>
          <p:cNvPr id="4" name="Rectángulo: esquinas redondeadas 3">
            <a:extLst>
              <a:ext uri="{FF2B5EF4-FFF2-40B4-BE49-F238E27FC236}">
                <a16:creationId xmlns:a16="http://schemas.microsoft.com/office/drawing/2014/main" id="{6C65FFC0-3039-4EBB-31E7-972D720CE807}"/>
              </a:ext>
            </a:extLst>
          </p:cNvPr>
          <p:cNvSpPr/>
          <p:nvPr/>
        </p:nvSpPr>
        <p:spPr>
          <a:xfrm>
            <a:off x="1048215" y="4137269"/>
            <a:ext cx="7114478" cy="932819"/>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s-MX" sz="1200" dirty="0"/>
              <a:t>El sistema Smart Seguros utiliza una arquitectura en tres capas, donde la capa de presentación consume servicios REST expuestos por una API desarrollada en ASP.NET Web API, la cual gestiona la lógica de negocio mediante </a:t>
            </a:r>
            <a:r>
              <a:rPr lang="es-MX" sz="1200" dirty="0" err="1"/>
              <a:t>controllers</a:t>
            </a:r>
            <a:r>
              <a:rPr lang="es-MX" sz="1200" dirty="0"/>
              <a:t> y </a:t>
            </a:r>
            <a:r>
              <a:rPr lang="es-MX" sz="1200" dirty="0" err="1"/>
              <a:t>repositories</a:t>
            </a:r>
            <a:r>
              <a:rPr lang="es-MX" sz="1200" dirty="0"/>
              <a:t>, y persiste la información en una base de datos SQL Server utilizando procedimientos almacenados.</a:t>
            </a:r>
            <a:endParaRPr lang="es-PA" dirty="0"/>
          </a:p>
        </p:txBody>
      </p:sp>
    </p:spTree>
    <p:extLst>
      <p:ext uri="{BB962C8B-B14F-4D97-AF65-F5344CB8AC3E}">
        <p14:creationId xmlns:p14="http://schemas.microsoft.com/office/powerpoint/2010/main" val="14157214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Global Technology Investments Project Proposal by Slidesgo">
  <a:themeElements>
    <a:clrScheme name="Simple Light">
      <a:dk1>
        <a:srgbClr val="97ACDE"/>
      </a:dk1>
      <a:lt1>
        <a:srgbClr val="050B31"/>
      </a:lt1>
      <a:dk2>
        <a:srgbClr val="322457"/>
      </a:dk2>
      <a:lt2>
        <a:srgbClr val="57428A"/>
      </a:lt2>
      <a:accent1>
        <a:srgbClr val="A1FFFD"/>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121</Words>
  <Application>Microsoft Office PowerPoint</Application>
  <PresentationFormat>Presentación en pantalla (16:9)</PresentationFormat>
  <Paragraphs>11</Paragraphs>
  <Slides>5</Slides>
  <Notes>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vt:i4>
      </vt:variant>
    </vt:vector>
  </HeadingPairs>
  <TitlesOfParts>
    <vt:vector size="9" baseType="lpstr">
      <vt:lpstr>Fahkwang</vt:lpstr>
      <vt:lpstr>Arial</vt:lpstr>
      <vt:lpstr>Chivo</vt:lpstr>
      <vt:lpstr>Global Technology Investments Project Proposal by Slidesgo</vt:lpstr>
      <vt:lpstr>Proyecto Final ds4  SmartSeguros</vt:lpstr>
      <vt:lpstr>🛡️ ¿De qué se trata Smart Seguros?</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Alexander Castroverde</dc:creator>
  <cp:lastModifiedBy>ALEXANDER CASTROVERDE</cp:lastModifiedBy>
  <cp:revision>1</cp:revision>
  <dcterms:modified xsi:type="dcterms:W3CDTF">2025-12-17T01:49:31Z</dcterms:modified>
</cp:coreProperties>
</file>